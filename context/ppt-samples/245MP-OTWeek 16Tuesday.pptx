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638" r:id="rId3"/>
    <p:sldId id="256" r:id="rId4"/>
    <p:sldId id="259" r:id="rId5"/>
    <p:sldId id="394" r:id="rId6"/>
    <p:sldId id="321" r:id="rId7"/>
    <p:sldId id="400" r:id="rId8"/>
    <p:sldId id="401" r:id="rId9"/>
    <p:sldId id="410" r:id="rId10"/>
    <p:sldId id="469" r:id="rId11"/>
    <p:sldId id="470" r:id="rId12"/>
    <p:sldId id="264" r:id="rId13"/>
    <p:sldId id="265" r:id="rId14"/>
    <p:sldId id="471" r:id="rId15"/>
    <p:sldId id="472" r:id="rId16"/>
    <p:sldId id="473" r:id="rId17"/>
    <p:sldId id="479" r:id="rId18"/>
    <p:sldId id="474" r:id="rId19"/>
    <p:sldId id="475" r:id="rId20"/>
    <p:sldId id="476" r:id="rId21"/>
    <p:sldId id="354" r:id="rId22"/>
    <p:sldId id="272" r:id="rId23"/>
    <p:sldId id="370" r:id="rId24"/>
    <p:sldId id="480" r:id="rId25"/>
    <p:sldId id="481" r:id="rId26"/>
    <p:sldId id="483" r:id="rId27"/>
    <p:sldId id="498" r:id="rId28"/>
    <p:sldId id="484" r:id="rId29"/>
    <p:sldId id="485" r:id="rId30"/>
    <p:sldId id="486" r:id="rId31"/>
    <p:sldId id="488" r:id="rId32"/>
    <p:sldId id="489" r:id="rId33"/>
    <p:sldId id="490" r:id="rId34"/>
    <p:sldId id="491" r:id="rId35"/>
    <p:sldId id="467" r:id="rId36"/>
    <p:sldId id="335" r:id="rId37"/>
    <p:sldId id="280" r:id="rId38"/>
    <p:sldId id="492" r:id="rId39"/>
    <p:sldId id="493" r:id="rId40"/>
    <p:sldId id="494" r:id="rId41"/>
    <p:sldId id="495" r:id="rId42"/>
    <p:sldId id="496" r:id="rId43"/>
    <p:sldId id="497" r:id="rId44"/>
    <p:sldId id="286" r:id="rId45"/>
    <p:sldId id="287" r:id="rId46"/>
    <p:sldId id="288" r:id="rId47"/>
    <p:sldId id="395" r:id="rId48"/>
    <p:sldId id="362" r:id="rId49"/>
    <p:sldId id="434" r:id="rId50"/>
    <p:sldId id="435" r:id="rId51"/>
    <p:sldId id="436" r:id="rId52"/>
    <p:sldId id="437" r:id="rId53"/>
    <p:sldId id="438" r:id="rId54"/>
    <p:sldId id="439" r:id="rId55"/>
    <p:sldId id="440" r:id="rId56"/>
    <p:sldId id="441" r:id="rId57"/>
    <p:sldId id="442" r:id="rId58"/>
    <p:sldId id="433" r:id="rId59"/>
    <p:sldId id="397" r:id="rId60"/>
    <p:sldId id="318" r:id="rId61"/>
    <p:sldId id="307" r:id="rId62"/>
    <p:sldId id="487" r:id="rId63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FE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526D30-CF65-4D57-B8C7-CE4222D06F11}" v="2" dt="2025-07-20T11:58:56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903"/>
    <p:restoredTop sz="94849"/>
  </p:normalViewPr>
  <p:slideViewPr>
    <p:cSldViewPr snapToGrid="0" snapToObjects="1">
      <p:cViewPr varScale="1">
        <p:scale>
          <a:sx n="100" d="100"/>
          <a:sy n="100" d="100"/>
        </p:scale>
        <p:origin x="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Edward Jr" userId="ecd9e437ac7b9a5f" providerId="LiveId" clId="{99526D30-CF65-4D57-B8C7-CE4222D06F11}"/>
    <pc:docChg chg="addSld modSld sldOrd">
      <pc:chgData name="Mark Edward Jr" userId="ecd9e437ac7b9a5f" providerId="LiveId" clId="{99526D30-CF65-4D57-B8C7-CE4222D06F11}" dt="2025-07-20T11:58:56.840" v="3"/>
      <pc:docMkLst>
        <pc:docMk/>
      </pc:docMkLst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938903006" sldId="256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754191268" sldId="259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818018519" sldId="264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299933843" sldId="265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2055037892" sldId="272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599827761" sldId="280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929788826" sldId="286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063823482" sldId="287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3041880908" sldId="288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2020832722" sldId="307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250239593" sldId="318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498175672" sldId="321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3790465201" sldId="335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2158956789" sldId="354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3654991888" sldId="362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2088575726" sldId="370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842980766" sldId="394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868754228" sldId="395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3536587840" sldId="397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456844858" sldId="400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814247855" sldId="401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789182576" sldId="410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3742571357" sldId="433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099013788" sldId="434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2673218280" sldId="435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206282691" sldId="436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3121275122" sldId="437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920165401" sldId="438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3932590883" sldId="439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3277969434" sldId="440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495527397" sldId="441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2031483656" sldId="442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3420377657" sldId="467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2566132784" sldId="469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2748706575" sldId="470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2424758593" sldId="471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2093303578" sldId="472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559425187" sldId="473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778772804" sldId="474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3179046215" sldId="475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853781653" sldId="476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822867370" sldId="479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4041065629" sldId="480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637718369" sldId="481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570125237" sldId="483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535576681" sldId="484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424798344" sldId="485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2384488483" sldId="486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236689021" sldId="487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3851910846" sldId="488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3213801728" sldId="489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255263350" sldId="490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673900903" sldId="491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3282517657" sldId="492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2028260949" sldId="493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2425050507" sldId="494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643655140" sldId="495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620689093" sldId="496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151984228" sldId="497"/>
        </pc:sldMkLst>
      </pc:sldChg>
      <pc:sldChg chg="modTransition">
        <pc:chgData name="Mark Edward Jr" userId="ecd9e437ac7b9a5f" providerId="LiveId" clId="{99526D30-CF65-4D57-B8C7-CE4222D06F11}" dt="2025-07-20T11:58:56.840" v="3"/>
        <pc:sldMkLst>
          <pc:docMk/>
          <pc:sldMk cId="4157778669" sldId="498"/>
        </pc:sldMkLst>
      </pc:sldChg>
      <pc:sldChg chg="add ord modTransition">
        <pc:chgData name="Mark Edward Jr" userId="ecd9e437ac7b9a5f" providerId="LiveId" clId="{99526D30-CF65-4D57-B8C7-CE4222D06F11}" dt="2025-07-20T11:58:56.840" v="3"/>
        <pc:sldMkLst>
          <pc:docMk/>
          <pc:sldMk cId="3218300484" sldId="63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540E4-946A-174A-B810-3D5E0618F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5653D-4AAF-BD41-BB5E-94E9FAABC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2271F-B7D1-164C-8823-1C9602F98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ADD5A-B303-BF41-AD7E-4C1B1A27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35567-6AC6-C941-BDC5-0C6C40E8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7155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5E08A-898B-9742-B027-BEB2AEFDA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4CED5-78D0-E04D-A05B-6ACE11CF4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CD645-AA00-0649-8E5A-5C5E5B0E9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E4A43-CFFC-A64B-8236-44109D829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7543A-FEF6-9C4D-BA82-A401A53D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741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37F2-52F0-8740-8434-CA4A1599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42E62-12CA-E140-BF82-0B9B276E4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C5697-6CEA-444E-A17C-3B8775C2A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04982-A155-BC41-8492-A1D30AD01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70767-7D89-1E4C-94BF-A2FF996B5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7316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646E3-60C5-5546-A543-C430734E0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31BBC-4847-F347-9CFB-3DF8E8B2E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98562-4C69-E646-9F05-3C008F26B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AC297-5BE1-064D-90C9-2E24DAD25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E10B2-A69D-3C49-8472-EC126179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932E9-4504-CC4A-A920-2BF446B2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4768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63925-EEA3-F641-AD6A-67B47D638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1618E-9C0D-6A42-BCF2-5BC748F99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9CCF4-3532-5446-A302-939E30A0A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E0593-AE59-8446-BA13-26F32D043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E118A-990D-8648-B25B-DCCE754CC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83575B-5581-C946-968C-AD1701B3A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0EDFBD-B80B-F04E-BB98-435BDB162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88E139-C71E-3F48-88A2-33F24E653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963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DC578-42CA-9D46-A22D-8D19FC5A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14F9F-707A-C340-8E41-9CDAAE36D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946EE-A362-444F-A419-F870F898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7D84DF-FDE1-CA42-9A70-567848165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85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2932DA-F49D-8548-B735-97D058A1F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3D861-3981-034A-95CE-FFF03921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E15FE-DD82-714D-A2FA-54126B9A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223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1DE6-3986-C84E-9E7E-286D9E961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8CB2-6A88-C341-9911-FAB3741DC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BC17F3-D513-3D49-9F36-31FB45948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3F162-26A8-D146-A5D8-A3D571A4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28836-BBE3-7F4E-90CB-BA626CE53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19212-6AD6-C247-9C6C-E1B4EE22A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7031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71123-0ABE-1848-A004-69F28DA3D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F7C58A-ABDB-494D-A9E0-F59C09CAE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8C6E5-C761-0A45-896B-644522CE3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ABB16-B9A9-2F41-9169-B116F7458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0C789-59FF-BF4C-9B41-7701762FB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EFC63-F4B6-4141-B3B5-CD1206EC8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137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8C74A-EF10-B54A-AA25-0ABDE31D3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E077B-FEA8-6445-8504-B979364EA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64E87-5055-4E4A-92BE-DFF463CFD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2A8A9-1D1E-0241-95E8-FA2EBE8AD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E93ED-E7D5-1A47-A6F8-C82839940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6294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5A1B74-E678-7C45-B3A2-B6B6EC02DD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CC54AA-2D2B-1340-A702-6CD8D184A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7B303-1212-B04F-A728-08DB01B27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3DD8E-77AE-6440-A219-66C63962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79375-10CC-0A4B-BEC4-78C480BA7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6972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9146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9476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1010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3057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4055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4364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37475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0317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77556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47987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6057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C143D-446E-4F45-8276-87BF8BD79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5653B-DACA-0548-BEA1-D8C287FBD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511DA-8442-924E-B749-3370B9570F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B41D0-5DFE-6947-96CA-897D25930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5781B-897A-0D4F-A3C9-8F581BBF2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307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D3B10-45BA-8E40-A505-96E54C6E0824}" type="datetimeFigureOut">
              <a:rPr lang="en-AU" smtClean="0"/>
              <a:t>20/07/2025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91884-83EC-0F4C-BF52-657A06CD9A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57572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eanut Brown ( #795c32 ) - plain background image">
            <a:extLst>
              <a:ext uri="{FF2B5EF4-FFF2-40B4-BE49-F238E27FC236}">
                <a16:creationId xmlns:a16="http://schemas.microsoft.com/office/drawing/2014/main" id="{6637A485-560B-6147-9EF9-03AD28A20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355551" cy="925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8300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1" name="Arc 110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3961B7-3346-4FDB-37AF-8B1796F520EC}"/>
              </a:ext>
            </a:extLst>
          </p:cNvPr>
          <p:cNvSpPr txBox="1"/>
          <p:nvPr/>
        </p:nvSpPr>
        <p:spPr>
          <a:xfrm>
            <a:off x="1012644" y="841664"/>
            <a:ext cx="9929831" cy="515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kern="1200" dirty="0">
                <a:solidFill>
                  <a:srgbClr val="002060"/>
                </a:solidFill>
                <a:latin typeface="Gabriola" pitchFamily="82" charset="0"/>
                <a:ea typeface="+mj-ea"/>
                <a:cs typeface="+mj-cs"/>
              </a:rPr>
              <a:t>Morning Prayer of the Church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 dirty="0">
                <a:solidFill>
                  <a:srgbClr val="002060"/>
                </a:solidFill>
                <a:latin typeface="Gabriola" pitchFamily="82" charset="0"/>
                <a:ea typeface="+mj-ea"/>
                <a:cs typeface="+mj-cs"/>
              </a:rPr>
              <a:t>(the Divine Office)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b="1" kern="1200" dirty="0">
              <a:solidFill>
                <a:srgbClr val="002060"/>
              </a:solidFill>
              <a:latin typeface="Gabriola" pitchFamily="82" charset="0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rgbClr val="002060"/>
                </a:solidFill>
                <a:latin typeface="Gabriola" pitchFamily="82" charset="0"/>
                <a:ea typeface="+mj-ea"/>
                <a:cs typeface="+mj-cs"/>
              </a:rPr>
              <a:t>Week 16 – Tuesday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rgbClr val="002060"/>
                </a:solidFill>
                <a:latin typeface="Gabriola" pitchFamily="82" charset="0"/>
                <a:ea typeface="+mj-ea"/>
                <a:cs typeface="+mj-cs"/>
              </a:rPr>
              <a:t>Ordinary Time</a:t>
            </a:r>
          </a:p>
        </p:txBody>
      </p:sp>
    </p:spTree>
    <p:extLst>
      <p:ext uri="{BB962C8B-B14F-4D97-AF65-F5344CB8AC3E}">
        <p14:creationId xmlns:p14="http://schemas.microsoft.com/office/powerpoint/2010/main" val="938903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400" b="1" i="1" dirty="0">
                <a:solidFill>
                  <a:srgbClr val="FFFF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Leader:</a:t>
            </a:r>
            <a:r>
              <a:rPr lang="en-AU" sz="6000" b="1" i="1" dirty="0">
                <a:latin typeface="Arial Narrow" panose="020B0604020202020204" pitchFamily="34" charset="0"/>
                <a:cs typeface="Arial Narrow" panose="020B0604020202020204" pitchFamily="34" charset="0"/>
              </a:rPr>
              <a:t>	Lord, open our lips.</a:t>
            </a:r>
          </a:p>
          <a:p>
            <a:r>
              <a:rPr lang="en-AU" sz="5400" b="1" i="1" dirty="0">
                <a:solidFill>
                  <a:srgbClr val="FFFF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All:	</a:t>
            </a:r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	And we shall praise your name.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754191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400" b="1" i="1" dirty="0">
                <a:solidFill>
                  <a:srgbClr val="FFFF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Response:</a:t>
            </a:r>
            <a:endParaRPr lang="en-AU" sz="60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r>
              <a:rPr lang="en-US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 mighty God is the Lord: </a:t>
            </a:r>
          </a:p>
          <a:p>
            <a:r>
              <a:rPr lang="en-US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		come, let us adore him.</a:t>
            </a:r>
            <a:endParaRPr lang="en-AU" sz="60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Invitatory Antiphon</a:t>
            </a:r>
          </a:p>
        </p:txBody>
      </p:sp>
    </p:spTree>
    <p:extLst>
      <p:ext uri="{BB962C8B-B14F-4D97-AF65-F5344CB8AC3E}">
        <p14:creationId xmlns:p14="http://schemas.microsoft.com/office/powerpoint/2010/main" val="1842980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/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1</a:t>
            </a:r>
            <a:r>
              <a:rPr lang="en-AU" sz="6000" b="1" dirty="0">
                <a:latin typeface="Arial Narrow" panose="020B0604020202020204" pitchFamily="34" charset="0"/>
              </a:rPr>
              <a:t>. </a:t>
            </a:r>
            <a:r>
              <a:rPr lang="en-US" sz="6000" b="1" dirty="0">
                <a:latin typeface="Arial Narrow" panose="020B0604020202020204" pitchFamily="34" charset="0"/>
              </a:rPr>
              <a:t>Father, we praise you, </a:t>
            </a:r>
          </a:p>
          <a:p>
            <a:pPr marL="9525"/>
            <a:r>
              <a:rPr lang="en-US" sz="6000" b="1" dirty="0">
                <a:latin typeface="Arial Narrow" panose="020B0604020202020204" pitchFamily="34" charset="0"/>
              </a:rPr>
              <a:t>		now the night is over,</a:t>
            </a:r>
          </a:p>
          <a:p>
            <a:pPr marL="9525"/>
            <a:r>
              <a:rPr lang="en-US" sz="6000" b="1" dirty="0">
                <a:latin typeface="Arial Narrow" panose="020B0604020202020204" pitchFamily="34" charset="0"/>
              </a:rPr>
              <a:t>active and watchful, </a:t>
            </a:r>
          </a:p>
          <a:p>
            <a:pPr marL="9525"/>
            <a:r>
              <a:rPr lang="en-US" sz="6000" b="1" dirty="0">
                <a:latin typeface="Arial Narrow" panose="020B0604020202020204" pitchFamily="34" charset="0"/>
              </a:rPr>
              <a:t>		stand we all before you;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Hymn</a:t>
            </a:r>
          </a:p>
        </p:txBody>
      </p:sp>
    </p:spTree>
    <p:extLst>
      <p:ext uri="{BB962C8B-B14F-4D97-AF65-F5344CB8AC3E}">
        <p14:creationId xmlns:p14="http://schemas.microsoft.com/office/powerpoint/2010/main" val="498175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/>
            <a:r>
              <a:rPr lang="en-US" sz="6000" b="1" dirty="0">
                <a:latin typeface="Arial Narrow" panose="020B0604020202020204" pitchFamily="34" charset="0"/>
              </a:rPr>
              <a:t>singing, we offer prayer and</a:t>
            </a:r>
          </a:p>
          <a:p>
            <a:pPr marL="9525"/>
            <a:r>
              <a:rPr lang="en-US" sz="6000" b="1" dirty="0">
                <a:latin typeface="Arial Narrow" panose="020B0604020202020204" pitchFamily="34" charset="0"/>
              </a:rPr>
              <a:t>		meditation: thus we adore you.</a:t>
            </a:r>
            <a:endParaRPr lang="en-AU" sz="6000" b="1" dirty="0">
              <a:latin typeface="Arial Narrow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Hymn</a:t>
            </a:r>
          </a:p>
        </p:txBody>
      </p:sp>
    </p:spTree>
    <p:extLst>
      <p:ext uri="{BB962C8B-B14F-4D97-AF65-F5344CB8AC3E}">
        <p14:creationId xmlns:p14="http://schemas.microsoft.com/office/powerpoint/2010/main" val="1456844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2. Monarch of all things,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	fit us for your mansions;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banish our weakness,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	health and wholeness sending;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Hymn</a:t>
            </a:r>
          </a:p>
        </p:txBody>
      </p:sp>
    </p:spTree>
    <p:extLst>
      <p:ext uri="{BB962C8B-B14F-4D97-AF65-F5344CB8AC3E}">
        <p14:creationId xmlns:p14="http://schemas.microsoft.com/office/powerpoint/2010/main" val="1814247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bring us to heaven, where your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saints united joy without ending.</a:t>
            </a:r>
            <a:endParaRPr lang="en-AU" sz="6000" b="1" dirty="0">
              <a:latin typeface="Arial Narrow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Hymn</a:t>
            </a:r>
          </a:p>
        </p:txBody>
      </p:sp>
    </p:spTree>
    <p:extLst>
      <p:ext uri="{BB962C8B-B14F-4D97-AF65-F5344CB8AC3E}">
        <p14:creationId xmlns:p14="http://schemas.microsoft.com/office/powerpoint/2010/main" val="1789182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3. All-holy Father,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	Son and equal Spirit,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Trinity blessed,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	send us your salvation;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Hymn</a:t>
            </a:r>
          </a:p>
        </p:txBody>
      </p:sp>
    </p:spTree>
    <p:extLst>
      <p:ext uri="{BB962C8B-B14F-4D97-AF65-F5344CB8AC3E}">
        <p14:creationId xmlns:p14="http://schemas.microsoft.com/office/powerpoint/2010/main" val="2566132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yours is the glory, gleaming and resounding through all creation.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Hymn</a:t>
            </a:r>
          </a:p>
        </p:txBody>
      </p:sp>
    </p:spTree>
    <p:extLst>
      <p:ext uri="{BB962C8B-B14F-4D97-AF65-F5344CB8AC3E}">
        <p14:creationId xmlns:p14="http://schemas.microsoft.com/office/powerpoint/2010/main" val="2748706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I will sing to you, O Lord, </a:t>
            </a:r>
          </a:p>
          <a:p>
            <a:r>
              <a:rPr lang="en-US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	and I will walk </a:t>
            </a:r>
          </a:p>
          <a:p>
            <a:r>
              <a:rPr lang="en-US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	in the way of perfection.</a:t>
            </a:r>
            <a:endParaRPr lang="en-AU" sz="60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Antiphon 1</a:t>
            </a:r>
          </a:p>
        </p:txBody>
      </p:sp>
    </p:spTree>
    <p:extLst>
      <p:ext uri="{BB962C8B-B14F-4D97-AF65-F5344CB8AC3E}">
        <p14:creationId xmlns:p14="http://schemas.microsoft.com/office/powerpoint/2010/main" val="818018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73FEFF"/>
                </a:solidFill>
                <a:latin typeface="Arial Narrow" panose="020B0604020202020204" pitchFamily="34" charset="0"/>
              </a:rPr>
              <a:t>My </a:t>
            </a:r>
            <a:r>
              <a:rPr lang="en-US" sz="6000" b="1" dirty="0" err="1">
                <a:solidFill>
                  <a:srgbClr val="73FEFF"/>
                </a:solidFill>
                <a:latin typeface="Arial Narrow" panose="020B0604020202020204" pitchFamily="34" charset="0"/>
              </a:rPr>
              <a:t>sóng</a:t>
            </a:r>
            <a:r>
              <a:rPr lang="en-US" sz="6000" b="1" dirty="0">
                <a:solidFill>
                  <a:srgbClr val="73FEFF"/>
                </a:solidFill>
                <a:latin typeface="Arial Narrow" panose="020B0604020202020204" pitchFamily="34" charset="0"/>
              </a:rPr>
              <a:t> </a:t>
            </a:r>
            <a:r>
              <a:rPr lang="en-US" sz="6000" b="1" dirty="0">
                <a:latin typeface="Arial Narrow" panose="020B0604020202020204" pitchFamily="34" charset="0"/>
              </a:rPr>
              <a:t>is of </a:t>
            </a:r>
            <a:r>
              <a:rPr lang="en-US" sz="6000" b="1" dirty="0" err="1">
                <a:latin typeface="Arial Narrow" panose="020B0604020202020204" pitchFamily="34" charset="0"/>
              </a:rPr>
              <a:t>mércy</a:t>
            </a:r>
            <a:r>
              <a:rPr lang="en-US" sz="6000" b="1" dirty="0">
                <a:latin typeface="Arial Narrow" panose="020B0604020202020204" pitchFamily="34" charset="0"/>
              </a:rPr>
              <a:t> and </a:t>
            </a:r>
            <a:r>
              <a:rPr lang="en-US" sz="6000" b="1" dirty="0" err="1">
                <a:latin typeface="Arial Narrow" panose="020B0604020202020204" pitchFamily="34" charset="0"/>
              </a:rPr>
              <a:t>jústice</a:t>
            </a:r>
            <a:r>
              <a:rPr lang="en-US" sz="6000" b="1" dirty="0">
                <a:latin typeface="Arial Narrow" panose="020B0604020202020204" pitchFamily="34" charset="0"/>
              </a:rPr>
              <a:t>;*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I </a:t>
            </a:r>
            <a:r>
              <a:rPr lang="en-US" sz="6000" b="1" dirty="0" err="1">
                <a:latin typeface="Arial Narrow" panose="020B0604020202020204" pitchFamily="34" charset="0"/>
              </a:rPr>
              <a:t>síng</a:t>
            </a:r>
            <a:r>
              <a:rPr lang="en-US" sz="6000" b="1" dirty="0">
                <a:latin typeface="Arial Narrow" panose="020B0604020202020204" pitchFamily="34" charset="0"/>
              </a:rPr>
              <a:t> to you, O </a:t>
            </a:r>
            <a:r>
              <a:rPr lang="en-US" sz="6000" b="1" dirty="0" err="1">
                <a:latin typeface="Arial Narrow" panose="020B0604020202020204" pitchFamily="34" charset="0"/>
              </a:rPr>
              <a:t>Lórd</a:t>
            </a:r>
            <a:r>
              <a:rPr lang="en-US" sz="6000" b="1" dirty="0">
                <a:latin typeface="Arial Narrow" panose="020B0604020202020204" pitchFamily="34" charset="0"/>
              </a:rPr>
              <a:t>.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I will </a:t>
            </a:r>
            <a:r>
              <a:rPr lang="en-US" sz="6000" b="1" dirty="0" err="1">
                <a:latin typeface="Arial Narrow" panose="020B0604020202020204" pitchFamily="34" charset="0"/>
              </a:rPr>
              <a:t>wálk</a:t>
            </a:r>
            <a:r>
              <a:rPr lang="en-US" sz="6000" b="1" dirty="0">
                <a:latin typeface="Arial Narrow" panose="020B0604020202020204" pitchFamily="34" charset="0"/>
              </a:rPr>
              <a:t> in the </a:t>
            </a:r>
            <a:r>
              <a:rPr lang="en-US" sz="6000" b="1" dirty="0" err="1">
                <a:latin typeface="Arial Narrow" panose="020B0604020202020204" pitchFamily="34" charset="0"/>
              </a:rPr>
              <a:t>wáy</a:t>
            </a:r>
            <a:r>
              <a:rPr lang="en-US" sz="6000" b="1" dirty="0">
                <a:latin typeface="Arial Narrow" panose="020B0604020202020204" pitchFamily="34" charset="0"/>
              </a:rPr>
              <a:t> of </a:t>
            </a:r>
            <a:r>
              <a:rPr lang="en-US" sz="6000" b="1" dirty="0" err="1">
                <a:latin typeface="Arial Narrow" panose="020B0604020202020204" pitchFamily="34" charset="0"/>
              </a:rPr>
              <a:t>perféction</a:t>
            </a:r>
            <a:r>
              <a:rPr lang="en-US" sz="6000" b="1" dirty="0">
                <a:latin typeface="Arial Narrow" panose="020B0604020202020204" pitchFamily="34" charset="0"/>
              </a:rPr>
              <a:t>. 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O </a:t>
            </a:r>
            <a:r>
              <a:rPr lang="en-US" sz="6000" b="1" dirty="0" err="1">
                <a:latin typeface="Arial Narrow" panose="020B0604020202020204" pitchFamily="34" charset="0"/>
              </a:rPr>
              <a:t>whén</a:t>
            </a:r>
            <a:r>
              <a:rPr lang="en-US" sz="6000" b="1" dirty="0">
                <a:latin typeface="Arial Narrow" panose="020B0604020202020204" pitchFamily="34" charset="0"/>
              </a:rPr>
              <a:t>, Lord, will you </a:t>
            </a:r>
            <a:r>
              <a:rPr lang="en-US" sz="6000" b="1" dirty="0" err="1">
                <a:latin typeface="Arial Narrow" panose="020B0604020202020204" pitchFamily="34" charset="0"/>
              </a:rPr>
              <a:t>cóme</a:t>
            </a:r>
            <a:r>
              <a:rPr lang="en-US" sz="6000" b="1" dirty="0">
                <a:latin typeface="Arial Narrow" panose="020B0604020202020204" pitchFamily="34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PSALM 100(101)</a:t>
            </a:r>
          </a:p>
        </p:txBody>
      </p:sp>
    </p:spTree>
    <p:extLst>
      <p:ext uri="{BB962C8B-B14F-4D97-AF65-F5344CB8AC3E}">
        <p14:creationId xmlns:p14="http://schemas.microsoft.com/office/powerpoint/2010/main" val="299933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8AD8"/>
                </a:solidFill>
                <a:latin typeface="Arial Narrow" panose="020B0604020202020204" pitchFamily="34" charset="0"/>
              </a:rPr>
              <a:t>I will </a:t>
            </a:r>
            <a:r>
              <a:rPr lang="en-US" sz="6000" b="1" dirty="0" err="1">
                <a:latin typeface="Arial Narrow" panose="020B0604020202020204" pitchFamily="34" charset="0"/>
              </a:rPr>
              <a:t>wálk</a:t>
            </a:r>
            <a:r>
              <a:rPr lang="en-US" sz="6000" b="1" dirty="0">
                <a:latin typeface="Arial Narrow" panose="020B0604020202020204" pitchFamily="34" charset="0"/>
              </a:rPr>
              <a:t> with </a:t>
            </a:r>
            <a:r>
              <a:rPr lang="en-US" sz="6000" b="1" dirty="0" err="1">
                <a:latin typeface="Arial Narrow" panose="020B0604020202020204" pitchFamily="34" charset="0"/>
              </a:rPr>
              <a:t>blámeless</a:t>
            </a:r>
            <a:r>
              <a:rPr lang="en-US" sz="6000" b="1" dirty="0">
                <a:latin typeface="Arial Narrow" panose="020B0604020202020204" pitchFamily="34" charset="0"/>
              </a:rPr>
              <a:t> </a:t>
            </a:r>
            <a:r>
              <a:rPr lang="en-US" sz="6000" b="1" dirty="0" err="1">
                <a:latin typeface="Arial Narrow" panose="020B0604020202020204" pitchFamily="34" charset="0"/>
              </a:rPr>
              <a:t>héart</a:t>
            </a:r>
            <a:r>
              <a:rPr lang="en-US" sz="6000" b="1" dirty="0">
                <a:latin typeface="Arial Narrow" panose="020B0604020202020204" pitchFamily="34" charset="0"/>
              </a:rPr>
              <a:t>*</a:t>
            </a:r>
          </a:p>
          <a:p>
            <a:r>
              <a:rPr lang="en-US" sz="6000" b="1" dirty="0" err="1">
                <a:latin typeface="Arial Narrow" panose="020B0604020202020204" pitchFamily="34" charset="0"/>
              </a:rPr>
              <a:t>withín</a:t>
            </a:r>
            <a:r>
              <a:rPr lang="en-US" sz="6000" b="1" dirty="0">
                <a:latin typeface="Arial Narrow" panose="020B0604020202020204" pitchFamily="34" charset="0"/>
              </a:rPr>
              <a:t> my </a:t>
            </a:r>
            <a:r>
              <a:rPr lang="en-US" sz="6000" b="1" dirty="0" err="1">
                <a:latin typeface="Arial Narrow" panose="020B0604020202020204" pitchFamily="34" charset="0"/>
              </a:rPr>
              <a:t>hóuse</a:t>
            </a:r>
            <a:r>
              <a:rPr lang="en-US" sz="6000" b="1" dirty="0">
                <a:latin typeface="Arial Narrow" panose="020B0604020202020204" pitchFamily="34" charset="0"/>
              </a:rPr>
              <a:t>;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I will not </a:t>
            </a:r>
            <a:r>
              <a:rPr lang="en-US" sz="6000" b="1" dirty="0" err="1">
                <a:latin typeface="Arial Narrow" panose="020B0604020202020204" pitchFamily="34" charset="0"/>
              </a:rPr>
              <a:t>sét</a:t>
            </a:r>
            <a:r>
              <a:rPr lang="en-US" sz="6000" b="1" dirty="0">
                <a:latin typeface="Arial Narrow" panose="020B0604020202020204" pitchFamily="34" charset="0"/>
              </a:rPr>
              <a:t> before my </a:t>
            </a:r>
            <a:r>
              <a:rPr lang="en-US" sz="6000" b="1" dirty="0" err="1">
                <a:latin typeface="Arial Narrow" panose="020B0604020202020204" pitchFamily="34" charset="0"/>
              </a:rPr>
              <a:t>éyes</a:t>
            </a:r>
            <a:r>
              <a:rPr lang="en-US" sz="6000" b="1" dirty="0">
                <a:latin typeface="Arial Narrow" panose="020B0604020202020204" pitchFamily="34" charset="0"/>
              </a:rPr>
              <a:t>*</a:t>
            </a:r>
          </a:p>
          <a:p>
            <a:r>
              <a:rPr lang="en-US" sz="6000" b="1" dirty="0" err="1">
                <a:latin typeface="Arial Narrow" panose="020B0604020202020204" pitchFamily="34" charset="0"/>
              </a:rPr>
              <a:t>whatéver</a:t>
            </a:r>
            <a:r>
              <a:rPr lang="en-US" sz="6000" b="1" dirty="0">
                <a:latin typeface="Arial Narrow" panose="020B0604020202020204" pitchFamily="34" charset="0"/>
              </a:rPr>
              <a:t> is </a:t>
            </a:r>
            <a:r>
              <a:rPr lang="en-US" sz="6000" b="1" dirty="0" err="1">
                <a:latin typeface="Arial Narrow" panose="020B0604020202020204" pitchFamily="34" charset="0"/>
              </a:rPr>
              <a:t>báse</a:t>
            </a:r>
            <a:r>
              <a:rPr lang="en-US" sz="6000" b="1" dirty="0">
                <a:latin typeface="Arial Narrow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PSALM 100(101)</a:t>
            </a:r>
          </a:p>
        </p:txBody>
      </p:sp>
    </p:spTree>
    <p:extLst>
      <p:ext uri="{BB962C8B-B14F-4D97-AF65-F5344CB8AC3E}">
        <p14:creationId xmlns:p14="http://schemas.microsoft.com/office/powerpoint/2010/main" val="2424758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73FEFF"/>
                </a:solidFill>
                <a:latin typeface="Arial Narrow" panose="020B0604020202020204" pitchFamily="34" charset="0"/>
              </a:rPr>
              <a:t>I will </a:t>
            </a:r>
            <a:r>
              <a:rPr lang="en-US" sz="6000" b="1" dirty="0" err="1">
                <a:latin typeface="Arial Narrow" panose="020B0604020202020204" pitchFamily="34" charset="0"/>
              </a:rPr>
              <a:t>háte</a:t>
            </a:r>
            <a:r>
              <a:rPr lang="en-US" sz="6000" b="1" dirty="0">
                <a:latin typeface="Arial Narrow" panose="020B0604020202020204" pitchFamily="34" charset="0"/>
              </a:rPr>
              <a:t> the </a:t>
            </a:r>
            <a:r>
              <a:rPr lang="en-US" sz="6000" b="1" dirty="0" err="1">
                <a:latin typeface="Arial Narrow" panose="020B0604020202020204" pitchFamily="34" charset="0"/>
              </a:rPr>
              <a:t>wáys</a:t>
            </a:r>
            <a:r>
              <a:rPr lang="en-US" sz="6000" b="1" dirty="0">
                <a:latin typeface="Arial Narrow" panose="020B0604020202020204" pitchFamily="34" charset="0"/>
              </a:rPr>
              <a:t> of the </a:t>
            </a:r>
            <a:r>
              <a:rPr lang="en-US" sz="6000" b="1" dirty="0" err="1">
                <a:latin typeface="Arial Narrow" panose="020B0604020202020204" pitchFamily="34" charset="0"/>
              </a:rPr>
              <a:t>cróoked</a:t>
            </a:r>
            <a:r>
              <a:rPr lang="en-US" sz="6000" b="1" dirty="0">
                <a:latin typeface="Arial Narrow" panose="020B0604020202020204" pitchFamily="34" charset="0"/>
              </a:rPr>
              <a:t>;*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they </a:t>
            </a:r>
            <a:r>
              <a:rPr lang="en-US" sz="6000" b="1" dirty="0" err="1">
                <a:latin typeface="Arial Narrow" panose="020B0604020202020204" pitchFamily="34" charset="0"/>
              </a:rPr>
              <a:t>sháll</a:t>
            </a:r>
            <a:r>
              <a:rPr lang="en-US" sz="6000" b="1" dirty="0">
                <a:latin typeface="Arial Narrow" panose="020B0604020202020204" pitchFamily="34" charset="0"/>
              </a:rPr>
              <a:t> not be my friends.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The false-</a:t>
            </a:r>
            <a:r>
              <a:rPr lang="en-US" sz="6000" b="1" dirty="0" err="1">
                <a:latin typeface="Arial Narrow" panose="020B0604020202020204" pitchFamily="34" charset="0"/>
              </a:rPr>
              <a:t>héarted</a:t>
            </a:r>
            <a:r>
              <a:rPr lang="en-US" sz="6000" b="1" dirty="0">
                <a:latin typeface="Arial Narrow" panose="020B0604020202020204" pitchFamily="34" charset="0"/>
              </a:rPr>
              <a:t>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	must </a:t>
            </a:r>
            <a:r>
              <a:rPr lang="en-US" sz="6000" b="1" dirty="0" err="1">
                <a:latin typeface="Arial Narrow" panose="020B0604020202020204" pitchFamily="34" charset="0"/>
              </a:rPr>
              <a:t>kéep</a:t>
            </a:r>
            <a:r>
              <a:rPr lang="en-US" sz="6000" b="1" dirty="0">
                <a:latin typeface="Arial Narrow" panose="020B0604020202020204" pitchFamily="34" charset="0"/>
              </a:rPr>
              <a:t> far </a:t>
            </a:r>
            <a:r>
              <a:rPr lang="en-US" sz="6000" b="1" dirty="0" err="1">
                <a:latin typeface="Arial Narrow" panose="020B0604020202020204" pitchFamily="34" charset="0"/>
              </a:rPr>
              <a:t>awáy</a:t>
            </a:r>
            <a:r>
              <a:rPr lang="en-US" sz="6000" b="1" dirty="0">
                <a:latin typeface="Arial Narrow" panose="020B0604020202020204" pitchFamily="34" charset="0"/>
              </a:rPr>
              <a:t>;*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the </a:t>
            </a:r>
            <a:r>
              <a:rPr lang="en-US" sz="6000" b="1" dirty="0" err="1">
                <a:latin typeface="Arial Narrow" panose="020B0604020202020204" pitchFamily="34" charset="0"/>
              </a:rPr>
              <a:t>wícked</a:t>
            </a:r>
            <a:r>
              <a:rPr lang="en-US" sz="6000" b="1" dirty="0">
                <a:latin typeface="Arial Narrow" panose="020B0604020202020204" pitchFamily="34" charset="0"/>
              </a:rPr>
              <a:t> I </a:t>
            </a:r>
            <a:r>
              <a:rPr lang="en-US" sz="6000" b="1" dirty="0" err="1">
                <a:latin typeface="Arial Narrow" panose="020B0604020202020204" pitchFamily="34" charset="0"/>
              </a:rPr>
              <a:t>disówn</a:t>
            </a:r>
            <a:r>
              <a:rPr lang="en-US" sz="6000" b="1" dirty="0">
                <a:latin typeface="Arial Narrow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PSALM 100(101)</a:t>
            </a:r>
          </a:p>
        </p:txBody>
      </p:sp>
    </p:spTree>
    <p:extLst>
      <p:ext uri="{BB962C8B-B14F-4D97-AF65-F5344CB8AC3E}">
        <p14:creationId xmlns:p14="http://schemas.microsoft.com/office/powerpoint/2010/main" val="2093303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8AD8"/>
                </a:solidFill>
                <a:latin typeface="Arial Narrow" panose="020B0604020202020204" pitchFamily="34" charset="0"/>
              </a:rPr>
              <a:t>The man </a:t>
            </a:r>
            <a:r>
              <a:rPr lang="en-US" sz="6000" b="1" dirty="0">
                <a:latin typeface="Arial Narrow" panose="020B0604020202020204" pitchFamily="34" charset="0"/>
              </a:rPr>
              <a:t>who </a:t>
            </a:r>
            <a:r>
              <a:rPr lang="en-US" sz="6000" b="1" dirty="0" err="1">
                <a:latin typeface="Arial Narrow" panose="020B0604020202020204" pitchFamily="34" charset="0"/>
              </a:rPr>
              <a:t>slánders</a:t>
            </a:r>
            <a:r>
              <a:rPr lang="en-US" sz="6000" b="1" dirty="0">
                <a:latin typeface="Arial Narrow" panose="020B0604020202020204" pitchFamily="34" charset="0"/>
              </a:rPr>
              <a:t>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	his </a:t>
            </a:r>
            <a:r>
              <a:rPr lang="en-US" sz="6000" b="1" dirty="0" err="1">
                <a:latin typeface="Arial Narrow" panose="020B0604020202020204" pitchFamily="34" charset="0"/>
              </a:rPr>
              <a:t>néighbour</a:t>
            </a:r>
            <a:r>
              <a:rPr lang="en-US" sz="6000" b="1" dirty="0">
                <a:latin typeface="Arial Narrow" panose="020B0604020202020204" pitchFamily="34" charset="0"/>
              </a:rPr>
              <a:t> in </a:t>
            </a:r>
            <a:r>
              <a:rPr lang="en-US" sz="6000" b="1" dirty="0" err="1">
                <a:latin typeface="Arial Narrow" panose="020B0604020202020204" pitchFamily="34" charset="0"/>
              </a:rPr>
              <a:t>sécret</a:t>
            </a:r>
            <a:r>
              <a:rPr lang="en-US" sz="6000" b="1" dirty="0">
                <a:latin typeface="Arial Narrow" panose="020B0604020202020204" pitchFamily="34" charset="0"/>
              </a:rPr>
              <a:t>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I will </a:t>
            </a:r>
            <a:r>
              <a:rPr lang="en-US" sz="6000" b="1" dirty="0" err="1">
                <a:latin typeface="Arial Narrow" panose="020B0604020202020204" pitchFamily="34" charset="0"/>
              </a:rPr>
              <a:t>bríng</a:t>
            </a:r>
            <a:r>
              <a:rPr lang="en-US" sz="6000" b="1" dirty="0">
                <a:latin typeface="Arial Narrow" panose="020B0604020202020204" pitchFamily="34" charset="0"/>
              </a:rPr>
              <a:t> to </a:t>
            </a:r>
            <a:r>
              <a:rPr lang="en-US" sz="6000" b="1" dirty="0" err="1">
                <a:latin typeface="Arial Narrow" panose="020B0604020202020204" pitchFamily="34" charset="0"/>
              </a:rPr>
              <a:t>sílence</a:t>
            </a:r>
            <a:r>
              <a:rPr lang="en-US" sz="6000" b="1" dirty="0">
                <a:latin typeface="Arial Narrow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PSALM 100(101)</a:t>
            </a:r>
          </a:p>
        </p:txBody>
      </p:sp>
    </p:spTree>
    <p:extLst>
      <p:ext uri="{BB962C8B-B14F-4D97-AF65-F5344CB8AC3E}">
        <p14:creationId xmlns:p14="http://schemas.microsoft.com/office/powerpoint/2010/main" val="1559425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The </a:t>
            </a:r>
            <a:r>
              <a:rPr lang="en-US" sz="6000" b="1" dirty="0" err="1">
                <a:latin typeface="Arial Narrow" panose="020B0604020202020204" pitchFamily="34" charset="0"/>
              </a:rPr>
              <a:t>mán</a:t>
            </a:r>
            <a:r>
              <a:rPr lang="en-US" sz="6000" b="1" dirty="0">
                <a:latin typeface="Arial Narrow" panose="020B0604020202020204" pitchFamily="34" charset="0"/>
              </a:rPr>
              <a:t> of proud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	</a:t>
            </a:r>
            <a:r>
              <a:rPr lang="en-US" sz="6000" b="1" dirty="0" err="1">
                <a:latin typeface="Arial Narrow" panose="020B0604020202020204" pitchFamily="34" charset="0"/>
              </a:rPr>
              <a:t>lóoks</a:t>
            </a:r>
            <a:r>
              <a:rPr lang="en-US" sz="6000" b="1" dirty="0">
                <a:latin typeface="Arial Narrow" panose="020B0604020202020204" pitchFamily="34" charset="0"/>
              </a:rPr>
              <a:t> and haughty </a:t>
            </a:r>
            <a:r>
              <a:rPr lang="en-US" sz="6000" b="1" dirty="0" err="1">
                <a:latin typeface="Arial Narrow" panose="020B0604020202020204" pitchFamily="34" charset="0"/>
              </a:rPr>
              <a:t>héart</a:t>
            </a:r>
            <a:r>
              <a:rPr lang="en-US" sz="6000" b="1" dirty="0">
                <a:latin typeface="Arial Narrow" panose="020B0604020202020204" pitchFamily="34" charset="0"/>
              </a:rPr>
              <a:t>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I will </a:t>
            </a:r>
            <a:r>
              <a:rPr lang="en-US" sz="6000" b="1" dirty="0" err="1">
                <a:latin typeface="Arial Narrow" panose="020B0604020202020204" pitchFamily="34" charset="0"/>
              </a:rPr>
              <a:t>néver</a:t>
            </a:r>
            <a:r>
              <a:rPr lang="en-US" sz="6000" b="1" dirty="0">
                <a:latin typeface="Arial Narrow" panose="020B0604020202020204" pitchFamily="34" charset="0"/>
              </a:rPr>
              <a:t> </a:t>
            </a:r>
            <a:r>
              <a:rPr lang="en-US" sz="6000" b="1" dirty="0" err="1">
                <a:latin typeface="Arial Narrow" panose="020B0604020202020204" pitchFamily="34" charset="0"/>
              </a:rPr>
              <a:t>endúre</a:t>
            </a:r>
            <a:r>
              <a:rPr lang="en-US" sz="6000" b="1" dirty="0">
                <a:latin typeface="Arial Narrow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PSALM 100(101)</a:t>
            </a:r>
          </a:p>
        </p:txBody>
      </p:sp>
    </p:spTree>
    <p:extLst>
      <p:ext uri="{BB962C8B-B14F-4D97-AF65-F5344CB8AC3E}">
        <p14:creationId xmlns:p14="http://schemas.microsoft.com/office/powerpoint/2010/main" val="1822867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73FEFF"/>
                </a:solidFill>
                <a:latin typeface="Arial Narrow" panose="020B0604020202020204" pitchFamily="34" charset="0"/>
              </a:rPr>
              <a:t>I </a:t>
            </a:r>
            <a:r>
              <a:rPr lang="en-US" sz="6000" b="1" dirty="0" err="1">
                <a:solidFill>
                  <a:srgbClr val="73FEFF"/>
                </a:solidFill>
                <a:latin typeface="Arial Narrow" panose="020B0604020202020204" pitchFamily="34" charset="0"/>
              </a:rPr>
              <a:t>lóok</a:t>
            </a:r>
            <a:r>
              <a:rPr lang="en-US" sz="6000" b="1" dirty="0">
                <a:solidFill>
                  <a:srgbClr val="73FEFF"/>
                </a:solidFill>
                <a:latin typeface="Arial Narrow" panose="020B0604020202020204" pitchFamily="34" charset="0"/>
              </a:rPr>
              <a:t> </a:t>
            </a:r>
            <a:r>
              <a:rPr lang="en-US" sz="6000" b="1" dirty="0">
                <a:latin typeface="Arial Narrow" panose="020B0604020202020204" pitchFamily="34" charset="0"/>
              </a:rPr>
              <a:t>to the </a:t>
            </a:r>
            <a:r>
              <a:rPr lang="en-US" sz="6000" b="1" dirty="0" err="1">
                <a:latin typeface="Arial Narrow" panose="020B0604020202020204" pitchFamily="34" charset="0"/>
              </a:rPr>
              <a:t>fáithful</a:t>
            </a:r>
            <a:r>
              <a:rPr lang="en-US" sz="6000" b="1" dirty="0">
                <a:latin typeface="Arial Narrow" panose="020B0604020202020204" pitchFamily="34" charset="0"/>
              </a:rPr>
              <a:t> in the </a:t>
            </a:r>
            <a:r>
              <a:rPr lang="en-US" sz="6000" b="1" dirty="0" err="1">
                <a:latin typeface="Arial Narrow" panose="020B0604020202020204" pitchFamily="34" charset="0"/>
              </a:rPr>
              <a:t>lánd</a:t>
            </a:r>
            <a:r>
              <a:rPr lang="en-US" sz="6000" b="1" dirty="0">
                <a:latin typeface="Arial Narrow" panose="020B0604020202020204" pitchFamily="34" charset="0"/>
              </a:rPr>
              <a:t>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that they may </a:t>
            </a:r>
            <a:r>
              <a:rPr lang="en-US" sz="6000" b="1" dirty="0" err="1">
                <a:latin typeface="Arial Narrow" panose="020B0604020202020204" pitchFamily="34" charset="0"/>
              </a:rPr>
              <a:t>dwéll</a:t>
            </a:r>
            <a:r>
              <a:rPr lang="en-US" sz="6000" b="1" dirty="0">
                <a:latin typeface="Arial Narrow" panose="020B0604020202020204" pitchFamily="34" charset="0"/>
              </a:rPr>
              <a:t> with </a:t>
            </a:r>
            <a:r>
              <a:rPr lang="en-US" sz="6000" b="1" dirty="0" err="1">
                <a:latin typeface="Arial Narrow" panose="020B0604020202020204" pitchFamily="34" charset="0"/>
              </a:rPr>
              <a:t>mé</a:t>
            </a:r>
            <a:r>
              <a:rPr lang="en-US" sz="6000" b="1" dirty="0">
                <a:latin typeface="Arial Narrow" panose="020B0604020202020204" pitchFamily="34" charset="0"/>
              </a:rPr>
              <a:t>.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He who </a:t>
            </a:r>
            <a:r>
              <a:rPr lang="en-US" sz="6000" b="1" dirty="0" err="1">
                <a:latin typeface="Arial Narrow" panose="020B0604020202020204" pitchFamily="34" charset="0"/>
              </a:rPr>
              <a:t>wálks</a:t>
            </a:r>
            <a:r>
              <a:rPr lang="en-US" sz="6000" b="1" dirty="0">
                <a:latin typeface="Arial Narrow" panose="020B0604020202020204" pitchFamily="34" charset="0"/>
              </a:rPr>
              <a:t> in the </a:t>
            </a:r>
            <a:r>
              <a:rPr lang="en-US" sz="6000" b="1" dirty="0" err="1">
                <a:latin typeface="Arial Narrow" panose="020B0604020202020204" pitchFamily="34" charset="0"/>
              </a:rPr>
              <a:t>wáy</a:t>
            </a:r>
            <a:r>
              <a:rPr lang="en-US" sz="6000" b="1" dirty="0">
                <a:latin typeface="Arial Narrow" panose="020B0604020202020204" pitchFamily="34" charset="0"/>
              </a:rPr>
              <a:t> of </a:t>
            </a:r>
            <a:r>
              <a:rPr lang="en-US" sz="6000" b="1" dirty="0" err="1">
                <a:latin typeface="Arial Narrow" panose="020B0604020202020204" pitchFamily="34" charset="0"/>
              </a:rPr>
              <a:t>perféction</a:t>
            </a:r>
            <a:r>
              <a:rPr lang="en-US" sz="6000" b="1" dirty="0">
                <a:latin typeface="Arial Narrow" panose="020B0604020202020204" pitchFamily="34" charset="0"/>
              </a:rPr>
              <a:t>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shall </a:t>
            </a:r>
            <a:r>
              <a:rPr lang="en-US" sz="6000" b="1" dirty="0" err="1">
                <a:latin typeface="Arial Narrow" panose="020B0604020202020204" pitchFamily="34" charset="0"/>
              </a:rPr>
              <a:t>bé</a:t>
            </a:r>
            <a:r>
              <a:rPr lang="en-US" sz="6000" b="1" dirty="0">
                <a:latin typeface="Arial Narrow" panose="020B0604020202020204" pitchFamily="34" charset="0"/>
              </a:rPr>
              <a:t> my </a:t>
            </a:r>
            <a:r>
              <a:rPr lang="en-US" sz="6000" b="1" dirty="0" err="1">
                <a:latin typeface="Arial Narrow" panose="020B0604020202020204" pitchFamily="34" charset="0"/>
              </a:rPr>
              <a:t>fríend</a:t>
            </a:r>
            <a:r>
              <a:rPr lang="en-US" sz="6000" b="1" dirty="0">
                <a:latin typeface="Arial Narrow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PSALM 100(101)</a:t>
            </a:r>
          </a:p>
        </p:txBody>
      </p:sp>
    </p:spTree>
    <p:extLst>
      <p:ext uri="{BB962C8B-B14F-4D97-AF65-F5344CB8AC3E}">
        <p14:creationId xmlns:p14="http://schemas.microsoft.com/office/powerpoint/2010/main" val="778772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8AD8"/>
                </a:solidFill>
                <a:latin typeface="Arial Narrow" panose="020B0604020202020204" pitchFamily="34" charset="0"/>
              </a:rPr>
              <a:t>No </a:t>
            </a:r>
            <a:r>
              <a:rPr lang="en-US" sz="6000" b="1" dirty="0" err="1">
                <a:solidFill>
                  <a:srgbClr val="FF8AD8"/>
                </a:solidFill>
                <a:latin typeface="Arial Narrow" panose="020B0604020202020204" pitchFamily="34" charset="0"/>
              </a:rPr>
              <a:t>mán</a:t>
            </a:r>
            <a:r>
              <a:rPr lang="en-US" sz="6000" b="1" dirty="0">
                <a:solidFill>
                  <a:srgbClr val="FF8AD8"/>
                </a:solidFill>
                <a:latin typeface="Arial Narrow" panose="020B0604020202020204" pitchFamily="34" charset="0"/>
              </a:rPr>
              <a:t> </a:t>
            </a:r>
            <a:r>
              <a:rPr lang="en-US" sz="6000" b="1" dirty="0">
                <a:latin typeface="Arial Narrow" panose="020B0604020202020204" pitchFamily="34" charset="0"/>
              </a:rPr>
              <a:t>who </a:t>
            </a:r>
            <a:r>
              <a:rPr lang="en-US" sz="6000" b="1" dirty="0" err="1">
                <a:latin typeface="Arial Narrow" panose="020B0604020202020204" pitchFamily="34" charset="0"/>
              </a:rPr>
              <a:t>práctises</a:t>
            </a:r>
            <a:r>
              <a:rPr lang="en-US" sz="6000" b="1" dirty="0">
                <a:latin typeface="Arial Narrow" panose="020B0604020202020204" pitchFamily="34" charset="0"/>
              </a:rPr>
              <a:t> </a:t>
            </a:r>
            <a:r>
              <a:rPr lang="en-US" sz="6000" b="1" dirty="0" err="1">
                <a:latin typeface="Arial Narrow" panose="020B0604020202020204" pitchFamily="34" charset="0"/>
              </a:rPr>
              <a:t>decéit</a:t>
            </a:r>
            <a:r>
              <a:rPr lang="en-US" sz="6000" b="1" dirty="0">
                <a:latin typeface="Arial Narrow" panose="020B0604020202020204" pitchFamily="34" charset="0"/>
              </a:rPr>
              <a:t>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shall </a:t>
            </a:r>
            <a:r>
              <a:rPr lang="en-US" sz="6000" b="1" dirty="0" err="1">
                <a:latin typeface="Arial Narrow" panose="020B0604020202020204" pitchFamily="34" charset="0"/>
              </a:rPr>
              <a:t>líve</a:t>
            </a:r>
            <a:r>
              <a:rPr lang="en-US" sz="6000" b="1" dirty="0">
                <a:latin typeface="Arial Narrow" panose="020B0604020202020204" pitchFamily="34" charset="0"/>
              </a:rPr>
              <a:t> within my </a:t>
            </a:r>
            <a:r>
              <a:rPr lang="en-US" sz="6000" b="1" dirty="0" err="1">
                <a:latin typeface="Arial Narrow" panose="020B0604020202020204" pitchFamily="34" charset="0"/>
              </a:rPr>
              <a:t>hóuse</a:t>
            </a:r>
            <a:r>
              <a:rPr lang="en-US" sz="6000" b="1" dirty="0">
                <a:latin typeface="Arial Narrow" panose="020B0604020202020204" pitchFamily="34" charset="0"/>
              </a:rPr>
              <a:t>.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No </a:t>
            </a:r>
            <a:r>
              <a:rPr lang="en-US" sz="6000" b="1" dirty="0" err="1">
                <a:latin typeface="Arial Narrow" panose="020B0604020202020204" pitchFamily="34" charset="0"/>
              </a:rPr>
              <a:t>mán</a:t>
            </a:r>
            <a:r>
              <a:rPr lang="en-US" sz="6000" b="1" dirty="0">
                <a:latin typeface="Arial Narrow" panose="020B0604020202020204" pitchFamily="34" charset="0"/>
              </a:rPr>
              <a:t> who utters </a:t>
            </a:r>
            <a:r>
              <a:rPr lang="en-US" sz="6000" b="1" dirty="0" err="1">
                <a:latin typeface="Arial Narrow" panose="020B0604020202020204" pitchFamily="34" charset="0"/>
              </a:rPr>
              <a:t>líes</a:t>
            </a:r>
            <a:r>
              <a:rPr lang="en-US" sz="6000" b="1" dirty="0">
                <a:latin typeface="Arial Narrow" panose="020B0604020202020204" pitchFamily="34" charset="0"/>
              </a:rPr>
              <a:t> shall </a:t>
            </a:r>
            <a:r>
              <a:rPr lang="en-US" sz="6000" b="1" dirty="0" err="1">
                <a:latin typeface="Arial Narrow" panose="020B0604020202020204" pitchFamily="34" charset="0"/>
              </a:rPr>
              <a:t>stánd</a:t>
            </a:r>
            <a:r>
              <a:rPr lang="en-US" sz="6000" b="1" dirty="0">
                <a:latin typeface="Arial Narrow" panose="020B0604020202020204" pitchFamily="34" charset="0"/>
              </a:rPr>
              <a:t>*</a:t>
            </a:r>
          </a:p>
          <a:p>
            <a:r>
              <a:rPr lang="en-US" sz="6000" b="1" dirty="0" err="1">
                <a:latin typeface="Arial Narrow" panose="020B0604020202020204" pitchFamily="34" charset="0"/>
              </a:rPr>
              <a:t>befóre</a:t>
            </a:r>
            <a:r>
              <a:rPr lang="en-US" sz="6000" b="1" dirty="0">
                <a:latin typeface="Arial Narrow" panose="020B0604020202020204" pitchFamily="34" charset="0"/>
              </a:rPr>
              <a:t> my </a:t>
            </a:r>
            <a:r>
              <a:rPr lang="en-US" sz="6000" b="1" dirty="0" err="1">
                <a:latin typeface="Arial Narrow" panose="020B0604020202020204" pitchFamily="34" charset="0"/>
              </a:rPr>
              <a:t>éyes</a:t>
            </a:r>
            <a:r>
              <a:rPr lang="en-US" sz="6000" b="1" dirty="0">
                <a:latin typeface="Arial Narrow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PSALM 100(101)</a:t>
            </a:r>
          </a:p>
        </p:txBody>
      </p:sp>
    </p:spTree>
    <p:extLst>
      <p:ext uri="{BB962C8B-B14F-4D97-AF65-F5344CB8AC3E}">
        <p14:creationId xmlns:p14="http://schemas.microsoft.com/office/powerpoint/2010/main" val="3179046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solidFill>
                  <a:srgbClr val="73FEFF"/>
                </a:solidFill>
                <a:latin typeface="Arial Narrow" panose="020B0604020202020204" pitchFamily="34" charset="0"/>
              </a:rPr>
              <a:t>Mórning</a:t>
            </a:r>
            <a:r>
              <a:rPr lang="en-US" sz="6000" b="1" dirty="0">
                <a:latin typeface="Arial Narrow" panose="020B0604020202020204" pitchFamily="34" charset="0"/>
              </a:rPr>
              <a:t> by </a:t>
            </a:r>
            <a:r>
              <a:rPr lang="en-US" sz="6000" b="1" dirty="0" err="1">
                <a:latin typeface="Arial Narrow" panose="020B0604020202020204" pitchFamily="34" charset="0"/>
              </a:rPr>
              <a:t>mórning</a:t>
            </a:r>
            <a:r>
              <a:rPr lang="en-US" sz="6000" b="1" dirty="0">
                <a:latin typeface="Arial Narrow" panose="020B0604020202020204" pitchFamily="34" charset="0"/>
              </a:rPr>
              <a:t> I will </a:t>
            </a:r>
            <a:r>
              <a:rPr lang="en-US" sz="6000" b="1" dirty="0" err="1">
                <a:latin typeface="Arial Narrow" panose="020B0604020202020204" pitchFamily="34" charset="0"/>
              </a:rPr>
              <a:t>sílence</a:t>
            </a:r>
            <a:r>
              <a:rPr lang="en-US" sz="6000" b="1" dirty="0">
                <a:latin typeface="Arial Narrow" panose="020B0604020202020204" pitchFamily="34" charset="0"/>
              </a:rPr>
              <a:t>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all the </a:t>
            </a:r>
            <a:r>
              <a:rPr lang="en-US" sz="6000" b="1" dirty="0" err="1">
                <a:latin typeface="Arial Narrow" panose="020B0604020202020204" pitchFamily="34" charset="0"/>
              </a:rPr>
              <a:t>wícked</a:t>
            </a:r>
            <a:r>
              <a:rPr lang="en-US" sz="6000" b="1" dirty="0">
                <a:latin typeface="Arial Narrow" panose="020B0604020202020204" pitchFamily="34" charset="0"/>
              </a:rPr>
              <a:t> in the </a:t>
            </a:r>
            <a:r>
              <a:rPr lang="en-US" sz="6000" b="1" dirty="0" err="1">
                <a:latin typeface="Arial Narrow" panose="020B0604020202020204" pitchFamily="34" charset="0"/>
              </a:rPr>
              <a:t>lánd</a:t>
            </a:r>
            <a:r>
              <a:rPr lang="en-US" sz="6000" b="1" dirty="0">
                <a:latin typeface="Arial Narrow" panose="020B0604020202020204" pitchFamily="34" charset="0"/>
              </a:rPr>
              <a:t>,</a:t>
            </a:r>
          </a:p>
          <a:p>
            <a:r>
              <a:rPr lang="en-US" sz="6000" b="1" dirty="0" err="1">
                <a:latin typeface="Arial Narrow" panose="020B0604020202020204" pitchFamily="34" charset="0"/>
              </a:rPr>
              <a:t>upróoting</a:t>
            </a:r>
            <a:r>
              <a:rPr lang="en-US" sz="6000" b="1" dirty="0">
                <a:latin typeface="Arial Narrow" panose="020B0604020202020204" pitchFamily="34" charset="0"/>
              </a:rPr>
              <a:t> from the </a:t>
            </a:r>
            <a:r>
              <a:rPr lang="en-US" sz="6000" b="1" dirty="0" err="1">
                <a:latin typeface="Arial Narrow" panose="020B0604020202020204" pitchFamily="34" charset="0"/>
              </a:rPr>
              <a:t>cíty</a:t>
            </a:r>
            <a:r>
              <a:rPr lang="en-US" sz="6000" b="1" dirty="0">
                <a:latin typeface="Arial Narrow" panose="020B0604020202020204" pitchFamily="34" charset="0"/>
              </a:rPr>
              <a:t> of the </a:t>
            </a:r>
            <a:r>
              <a:rPr lang="en-US" sz="6000" b="1" dirty="0" err="1">
                <a:latin typeface="Arial Narrow" panose="020B0604020202020204" pitchFamily="34" charset="0"/>
              </a:rPr>
              <a:t>Lórd</a:t>
            </a:r>
            <a:r>
              <a:rPr lang="en-US" sz="6000" b="1" dirty="0">
                <a:latin typeface="Arial Narrow" panose="020B0604020202020204" pitchFamily="34" charset="0"/>
              </a:rPr>
              <a:t>*</a:t>
            </a:r>
          </a:p>
          <a:p>
            <a:r>
              <a:rPr lang="en-US" sz="6000" b="1" dirty="0" err="1">
                <a:latin typeface="Arial Narrow" panose="020B0604020202020204" pitchFamily="34" charset="0"/>
              </a:rPr>
              <a:t>áll</a:t>
            </a:r>
            <a:r>
              <a:rPr lang="en-US" sz="6000" b="1" dirty="0">
                <a:latin typeface="Arial Narrow" panose="020B0604020202020204" pitchFamily="34" charset="0"/>
              </a:rPr>
              <a:t> who do </a:t>
            </a:r>
            <a:r>
              <a:rPr lang="en-US" sz="6000" b="1" dirty="0" err="1">
                <a:latin typeface="Arial Narrow" panose="020B0604020202020204" pitchFamily="34" charset="0"/>
              </a:rPr>
              <a:t>évil</a:t>
            </a:r>
            <a:r>
              <a:rPr lang="en-US" sz="6000" b="1" dirty="0">
                <a:latin typeface="Arial Narrow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PSALM 100(101)</a:t>
            </a:r>
          </a:p>
        </p:txBody>
      </p:sp>
    </p:spTree>
    <p:extLst>
      <p:ext uri="{BB962C8B-B14F-4D97-AF65-F5344CB8AC3E}">
        <p14:creationId xmlns:p14="http://schemas.microsoft.com/office/powerpoint/2010/main" val="1853781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dirty="0">
                <a:solidFill>
                  <a:srgbClr val="FF8AD8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Glory be </a:t>
            </a:r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8C9AB9-29D6-8D4F-9DFC-B23F97CA8E5D}"/>
              </a:ext>
            </a:extLst>
          </p:cNvPr>
          <p:cNvSpPr txBox="1"/>
          <p:nvPr/>
        </p:nvSpPr>
        <p:spPr>
          <a:xfrm>
            <a:off x="4495800" y="1883466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Antiphon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993D31-A84F-A54C-A65B-CCD9595F05C0}"/>
              </a:ext>
            </a:extLst>
          </p:cNvPr>
          <p:cNvSpPr txBox="1"/>
          <p:nvPr/>
        </p:nvSpPr>
        <p:spPr>
          <a:xfrm>
            <a:off x="246000" y="2468241"/>
            <a:ext cx="1170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I will sing to you, O Lord,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and I will walk in the way of perfection.</a:t>
            </a:r>
            <a:endParaRPr lang="en-AU" sz="6000" b="1" dirty="0">
              <a:latin typeface="Arial Narrow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00ECCC-5CFD-AB4E-8C99-59639E53DD9A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>
                <a:solidFill>
                  <a:srgbClr val="FFFF00"/>
                </a:solidFill>
                <a:latin typeface="Century Gothic" panose="020B0502020202020204" pitchFamily="34" charset="0"/>
              </a:rPr>
              <a:t>PSALM 100(101)</a:t>
            </a:r>
            <a:endParaRPr lang="en-AU" sz="3200" dirty="0">
              <a:solidFill>
                <a:srgbClr val="FFFF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956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O Lord, do not withdraw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your </a:t>
            </a:r>
            <a:r>
              <a:rPr lang="en-US" sz="6000" b="1" dirty="0" err="1">
                <a:latin typeface="Arial Narrow" panose="020B0604020202020204" pitchFamily="34" charset="0"/>
              </a:rPr>
              <a:t>favour</a:t>
            </a:r>
            <a:r>
              <a:rPr lang="en-US" sz="6000" b="1" dirty="0">
                <a:latin typeface="Arial Narrow" panose="020B0604020202020204" pitchFamily="34" charset="0"/>
              </a:rPr>
              <a:t> from us.</a:t>
            </a:r>
            <a:endParaRPr lang="en-AU" sz="6000" b="1" dirty="0">
              <a:latin typeface="Arial Narrow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Antiphon 2</a:t>
            </a:r>
          </a:p>
        </p:txBody>
      </p:sp>
    </p:spTree>
    <p:extLst>
      <p:ext uri="{BB962C8B-B14F-4D97-AF65-F5344CB8AC3E}">
        <p14:creationId xmlns:p14="http://schemas.microsoft.com/office/powerpoint/2010/main" val="2055037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73FEFF"/>
                </a:solidFill>
                <a:latin typeface="Arial Narrow" panose="020B0604020202020204" pitchFamily="34" charset="0"/>
              </a:rPr>
              <a:t>Blessed</a:t>
            </a:r>
            <a:r>
              <a:rPr lang="en-US" sz="6000" b="1" dirty="0">
                <a:latin typeface="Arial Narrow" panose="020B0604020202020204" pitchFamily="34" charset="0"/>
              </a:rPr>
              <a:t> are you,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O Lord, God of our fathers,†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and worthy of praise,*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and your name is glorified for ever.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CANTICLE DAN 3:3,4,6,11-18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DEF5DC-60BD-7B8B-5BAE-03A4CFD6361A}"/>
              </a:ext>
            </a:extLst>
          </p:cNvPr>
          <p:cNvSpPr txBox="1"/>
          <p:nvPr/>
        </p:nvSpPr>
        <p:spPr>
          <a:xfrm>
            <a:off x="496200" y="283027"/>
            <a:ext cx="1608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i="1" dirty="0">
                <a:solidFill>
                  <a:srgbClr val="FFFF00"/>
                </a:solidFill>
                <a:latin typeface="Century Gothic" panose="020B0502020202020204" pitchFamily="34" charset="0"/>
              </a:rPr>
              <a:t>[6…]</a:t>
            </a:r>
          </a:p>
        </p:txBody>
      </p:sp>
    </p:spTree>
    <p:extLst>
      <p:ext uri="{BB962C8B-B14F-4D97-AF65-F5344CB8AC3E}">
        <p14:creationId xmlns:p14="http://schemas.microsoft.com/office/powerpoint/2010/main" val="2088575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You are just*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in all that you have done to us,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for we have sinned †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and lawlessly departed from you,*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and have sinned in all things.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CANTICLE DAN 3:3,4,6,11-18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4D2709-C37F-56B0-E846-4FD9D7980DD1}"/>
              </a:ext>
            </a:extLst>
          </p:cNvPr>
          <p:cNvSpPr txBox="1"/>
          <p:nvPr/>
        </p:nvSpPr>
        <p:spPr>
          <a:xfrm>
            <a:off x="496200" y="283027"/>
            <a:ext cx="1608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i="1" dirty="0">
                <a:solidFill>
                  <a:srgbClr val="FFFF00"/>
                </a:solidFill>
                <a:latin typeface="Century Gothic" panose="020B0502020202020204" pitchFamily="34" charset="0"/>
              </a:rPr>
              <a:t>[…6]</a:t>
            </a:r>
          </a:p>
        </p:txBody>
      </p:sp>
    </p:spTree>
    <p:extLst>
      <p:ext uri="{BB962C8B-B14F-4D97-AF65-F5344CB8AC3E}">
        <p14:creationId xmlns:p14="http://schemas.microsoft.com/office/powerpoint/2010/main" val="4041065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8AD8"/>
                </a:solidFill>
                <a:latin typeface="Arial Narrow" panose="020B0604020202020204" pitchFamily="34" charset="0"/>
              </a:rPr>
              <a:t>For your </a:t>
            </a:r>
            <a:r>
              <a:rPr lang="en-US" sz="6000" b="1" dirty="0">
                <a:latin typeface="Arial Narrow" panose="020B0604020202020204" pitchFamily="34" charset="0"/>
              </a:rPr>
              <a:t>name's sake †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do not give us up utterly,*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and do not break your covenant.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Do not withdraw your mercy from us*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for the sake of Abraham your beloved,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CANTICLE DAN 3:3,4,6,11-18</a:t>
            </a:r>
          </a:p>
        </p:txBody>
      </p:sp>
    </p:spTree>
    <p:extLst>
      <p:ext uri="{BB962C8B-B14F-4D97-AF65-F5344CB8AC3E}">
        <p14:creationId xmlns:p14="http://schemas.microsoft.com/office/powerpoint/2010/main" val="1637718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73FEFF"/>
                </a:solidFill>
                <a:latin typeface="Arial Narrow" panose="020B0604020202020204" pitchFamily="34" charset="0"/>
              </a:rPr>
              <a:t>and for </a:t>
            </a:r>
            <a:r>
              <a:rPr lang="en-US" sz="6000" b="1" dirty="0">
                <a:latin typeface="Arial Narrow" panose="020B0604020202020204" pitchFamily="34" charset="0"/>
              </a:rPr>
              <a:t>the sake of Isaac your servant*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and Israel your holy one,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to whom you promised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CANTICLE DAN 3:3,4,6,11-18</a:t>
            </a:r>
          </a:p>
        </p:txBody>
      </p:sp>
    </p:spTree>
    <p:extLst>
      <p:ext uri="{BB962C8B-B14F-4D97-AF65-F5344CB8AC3E}">
        <p14:creationId xmlns:p14="http://schemas.microsoft.com/office/powerpoint/2010/main" val="1570125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to make their descendants as many as 	the stars of heaven*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and as the sand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on the shore of the sea.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CANTICLE DAN 3:3,4,6,11-18</a:t>
            </a:r>
          </a:p>
        </p:txBody>
      </p:sp>
    </p:spTree>
    <p:extLst>
      <p:ext uri="{BB962C8B-B14F-4D97-AF65-F5344CB8AC3E}">
        <p14:creationId xmlns:p14="http://schemas.microsoft.com/office/powerpoint/2010/main" val="41577786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8AD8"/>
                </a:solidFill>
                <a:latin typeface="Arial Narrow" panose="020B0604020202020204" pitchFamily="34" charset="0"/>
              </a:rPr>
              <a:t>For we</a:t>
            </a:r>
            <a:r>
              <a:rPr lang="en-US" sz="6000" b="1" dirty="0">
                <a:latin typeface="Arial Narrow" panose="020B0604020202020204" pitchFamily="34" charset="0"/>
              </a:rPr>
              <a:t>, O Lord, have become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fewer than any nation,†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and are brought low this day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in all the world*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because of our sins;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CANTICLE DAN 3:3,4,6,11-18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484995-9447-81B7-5E7F-728D872A73B0}"/>
              </a:ext>
            </a:extLst>
          </p:cNvPr>
          <p:cNvSpPr txBox="1"/>
          <p:nvPr/>
        </p:nvSpPr>
        <p:spPr>
          <a:xfrm>
            <a:off x="496200" y="283027"/>
            <a:ext cx="1608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i="1" dirty="0">
                <a:solidFill>
                  <a:srgbClr val="FFFF00"/>
                </a:solidFill>
                <a:latin typeface="Century Gothic" panose="020B0502020202020204" pitchFamily="34" charset="0"/>
              </a:rPr>
              <a:t>[6…]</a:t>
            </a:r>
          </a:p>
        </p:txBody>
      </p:sp>
    </p:spTree>
    <p:extLst>
      <p:ext uri="{BB962C8B-B14F-4D97-AF65-F5344CB8AC3E}">
        <p14:creationId xmlns:p14="http://schemas.microsoft.com/office/powerpoint/2010/main" val="535576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and at this time there is no prince,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or prophet, or leader,*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no burnt offering, or sacrifice,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or oblation, or incense,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CANTICLE DAN 3:3,4,6,11-18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87FF6A-7F2E-BC9E-10BF-9D2CA0E3BB92}"/>
              </a:ext>
            </a:extLst>
          </p:cNvPr>
          <p:cNvSpPr txBox="1"/>
          <p:nvPr/>
        </p:nvSpPr>
        <p:spPr>
          <a:xfrm>
            <a:off x="496200" y="283027"/>
            <a:ext cx="1608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i="1" dirty="0">
                <a:solidFill>
                  <a:srgbClr val="FFFF00"/>
                </a:solidFill>
                <a:latin typeface="Century Gothic" panose="020B0502020202020204" pitchFamily="34" charset="0"/>
              </a:rPr>
              <a:t>[…6…]</a:t>
            </a:r>
          </a:p>
        </p:txBody>
      </p:sp>
    </p:spTree>
    <p:extLst>
      <p:ext uri="{BB962C8B-B14F-4D97-AF65-F5344CB8AC3E}">
        <p14:creationId xmlns:p14="http://schemas.microsoft.com/office/powerpoint/2010/main" val="424798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no place to make an offering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	before you*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or to find mercy.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CANTICLE DAN 3:3,4,6,11-18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3496D-23B6-EC5F-4B3D-5742A95FE903}"/>
              </a:ext>
            </a:extLst>
          </p:cNvPr>
          <p:cNvSpPr txBox="1"/>
          <p:nvPr/>
        </p:nvSpPr>
        <p:spPr>
          <a:xfrm>
            <a:off x="496200" y="283027"/>
            <a:ext cx="1608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i="1" dirty="0">
                <a:solidFill>
                  <a:srgbClr val="FFFF00"/>
                </a:solidFill>
                <a:latin typeface="Century Gothic" panose="020B0502020202020204" pitchFamily="34" charset="0"/>
              </a:rPr>
              <a:t>[…6]</a:t>
            </a:r>
          </a:p>
        </p:txBody>
      </p:sp>
    </p:spTree>
    <p:extLst>
      <p:ext uri="{BB962C8B-B14F-4D97-AF65-F5344CB8AC3E}">
        <p14:creationId xmlns:p14="http://schemas.microsoft.com/office/powerpoint/2010/main" val="2384488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73FEFF"/>
                </a:solidFill>
                <a:latin typeface="Arial Narrow" panose="020B0604020202020204" pitchFamily="34" charset="0"/>
              </a:rPr>
              <a:t>Yet with </a:t>
            </a:r>
            <a:r>
              <a:rPr lang="en-US" sz="6000" b="1" dirty="0">
                <a:latin typeface="Arial Narrow" panose="020B0604020202020204" pitchFamily="34" charset="0"/>
              </a:rPr>
              <a:t>a contrite heart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	and a humble spirit*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may we be accepted,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CANTICLE DAN 3:3,4,6,11-18</a:t>
            </a:r>
          </a:p>
        </p:txBody>
      </p:sp>
    </p:spTree>
    <p:extLst>
      <p:ext uri="{BB962C8B-B14F-4D97-AF65-F5344CB8AC3E}">
        <p14:creationId xmlns:p14="http://schemas.microsoft.com/office/powerpoint/2010/main" val="3851910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as though it were with burnt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	offerings of rams and bulls*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and with tens of thousands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	of fat lambs.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CANTICLE DAN 3:3,4,6,11-18</a:t>
            </a:r>
          </a:p>
        </p:txBody>
      </p:sp>
    </p:spTree>
    <p:extLst>
      <p:ext uri="{BB962C8B-B14F-4D97-AF65-F5344CB8AC3E}">
        <p14:creationId xmlns:p14="http://schemas.microsoft.com/office/powerpoint/2010/main" val="32138017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8AD8"/>
                </a:solidFill>
                <a:latin typeface="Arial Narrow" panose="020B0604020202020204" pitchFamily="34" charset="0"/>
              </a:rPr>
              <a:t>Such may </a:t>
            </a:r>
            <a:r>
              <a:rPr lang="en-US" sz="6000" b="1" dirty="0">
                <a:latin typeface="Arial Narrow" panose="020B0604020202020204" pitchFamily="34" charset="0"/>
              </a:rPr>
              <a:t>our sacrifice be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	in your sight this day,*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and may we wholly follow you,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for there will be no shame*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or those who trust in you.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CANTICLE DAN 3:3,4,6,11-18</a:t>
            </a:r>
          </a:p>
        </p:txBody>
      </p:sp>
    </p:spTree>
    <p:extLst>
      <p:ext uri="{BB962C8B-B14F-4D97-AF65-F5344CB8AC3E}">
        <p14:creationId xmlns:p14="http://schemas.microsoft.com/office/powerpoint/2010/main" val="2552633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73FEFF"/>
                </a:solidFill>
                <a:latin typeface="Arial Narrow" panose="020B0604020202020204" pitchFamily="34" charset="0"/>
              </a:rPr>
              <a:t>And now </a:t>
            </a:r>
            <a:r>
              <a:rPr lang="en-US" sz="6000" b="1" dirty="0">
                <a:latin typeface="Arial Narrow" panose="020B0604020202020204" pitchFamily="34" charset="0"/>
              </a:rPr>
              <a:t>with all our heart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	we follow you,*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we fear you and seek your face.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Glory be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CANTICLE DAN 3:3,4,6,11-18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11916-C378-A0E7-8728-D8EAED4A5F11}"/>
              </a:ext>
            </a:extLst>
          </p:cNvPr>
          <p:cNvSpPr txBox="1"/>
          <p:nvPr/>
        </p:nvSpPr>
        <p:spPr>
          <a:xfrm>
            <a:off x="496200" y="283027"/>
            <a:ext cx="1608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i="1" dirty="0">
                <a:solidFill>
                  <a:srgbClr val="FFFF00"/>
                </a:solidFill>
                <a:latin typeface="Century Gothic" panose="020B0502020202020204" pitchFamily="34" charset="0"/>
              </a:rPr>
              <a:t>[6]</a:t>
            </a:r>
          </a:p>
        </p:txBody>
      </p:sp>
    </p:spTree>
    <p:extLst>
      <p:ext uri="{BB962C8B-B14F-4D97-AF65-F5344CB8AC3E}">
        <p14:creationId xmlns:p14="http://schemas.microsoft.com/office/powerpoint/2010/main" val="16739009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O Lord, do not withdraw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your </a:t>
            </a:r>
            <a:r>
              <a:rPr lang="en-US" sz="6000" b="1" dirty="0" err="1">
                <a:latin typeface="Arial Narrow" panose="020B0604020202020204" pitchFamily="34" charset="0"/>
              </a:rPr>
              <a:t>favour</a:t>
            </a:r>
            <a:r>
              <a:rPr lang="en-US" sz="6000" b="1" dirty="0">
                <a:latin typeface="Arial Narrow" panose="020B0604020202020204" pitchFamily="34" charset="0"/>
              </a:rPr>
              <a:t> from us.</a:t>
            </a:r>
            <a:endParaRPr lang="en-AU" sz="6000" b="1" dirty="0">
              <a:latin typeface="Arial Narrow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Antiphon</a:t>
            </a:r>
          </a:p>
        </p:txBody>
      </p:sp>
    </p:spTree>
    <p:extLst>
      <p:ext uri="{BB962C8B-B14F-4D97-AF65-F5344CB8AC3E}">
        <p14:creationId xmlns:p14="http://schemas.microsoft.com/office/powerpoint/2010/main" val="3420377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I will sing a new song to you, O God.</a:t>
            </a:r>
            <a:endParaRPr lang="en-AU" sz="6000" b="1" dirty="0">
              <a:latin typeface="Arial Narrow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Antiphon 3</a:t>
            </a:r>
          </a:p>
        </p:txBody>
      </p:sp>
    </p:spTree>
    <p:extLst>
      <p:ext uri="{BB962C8B-B14F-4D97-AF65-F5344CB8AC3E}">
        <p14:creationId xmlns:p14="http://schemas.microsoft.com/office/powerpoint/2010/main" val="37904652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solidFill>
                  <a:srgbClr val="73FEFF"/>
                </a:solidFill>
                <a:latin typeface="Arial Narrow" panose="020B0604020202020204" pitchFamily="34" charset="0"/>
              </a:rPr>
              <a:t>Bléssed</a:t>
            </a:r>
            <a:r>
              <a:rPr lang="en-US" sz="6000" b="1" dirty="0">
                <a:solidFill>
                  <a:srgbClr val="73FEFF"/>
                </a:solidFill>
                <a:latin typeface="Arial Narrow" panose="020B0604020202020204" pitchFamily="34" charset="0"/>
              </a:rPr>
              <a:t> be </a:t>
            </a:r>
            <a:r>
              <a:rPr lang="en-US" sz="6000" b="1" dirty="0">
                <a:latin typeface="Arial Narrow" panose="020B0604020202020204" pitchFamily="34" charset="0"/>
              </a:rPr>
              <a:t>the </a:t>
            </a:r>
            <a:r>
              <a:rPr lang="en-US" sz="6000" b="1" dirty="0" err="1">
                <a:latin typeface="Arial Narrow" panose="020B0604020202020204" pitchFamily="34" charset="0"/>
              </a:rPr>
              <a:t>Lórd</a:t>
            </a:r>
            <a:r>
              <a:rPr lang="en-US" sz="6000" b="1" dirty="0">
                <a:latin typeface="Arial Narrow" panose="020B0604020202020204" pitchFamily="34" charset="0"/>
              </a:rPr>
              <a:t>, my rock †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who </a:t>
            </a:r>
            <a:r>
              <a:rPr lang="en-US" sz="6000" b="1" dirty="0" err="1">
                <a:latin typeface="Arial Narrow" panose="020B0604020202020204" pitchFamily="34" charset="0"/>
              </a:rPr>
              <a:t>tráins</a:t>
            </a:r>
            <a:r>
              <a:rPr lang="en-US" sz="6000" b="1" dirty="0">
                <a:latin typeface="Arial Narrow" panose="020B0604020202020204" pitchFamily="34" charset="0"/>
              </a:rPr>
              <a:t> my </a:t>
            </a:r>
            <a:r>
              <a:rPr lang="en-US" sz="6000" b="1" dirty="0" err="1">
                <a:latin typeface="Arial Narrow" panose="020B0604020202020204" pitchFamily="34" charset="0"/>
              </a:rPr>
              <a:t>árms</a:t>
            </a:r>
            <a:r>
              <a:rPr lang="en-US" sz="6000" b="1" dirty="0">
                <a:latin typeface="Arial Narrow" panose="020B0604020202020204" pitchFamily="34" charset="0"/>
              </a:rPr>
              <a:t> for </a:t>
            </a:r>
            <a:r>
              <a:rPr lang="en-US" sz="6000" b="1" dirty="0" err="1">
                <a:latin typeface="Arial Narrow" panose="020B0604020202020204" pitchFamily="34" charset="0"/>
              </a:rPr>
              <a:t>báttle</a:t>
            </a:r>
            <a:r>
              <a:rPr lang="en-US" sz="6000" b="1" dirty="0">
                <a:latin typeface="Arial Narrow" panose="020B0604020202020204" pitchFamily="34" charset="0"/>
              </a:rPr>
              <a:t>,*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who </a:t>
            </a:r>
            <a:r>
              <a:rPr lang="en-US" sz="6000" b="1" dirty="0" err="1">
                <a:latin typeface="Arial Narrow" panose="020B0604020202020204" pitchFamily="34" charset="0"/>
              </a:rPr>
              <a:t>prepáres</a:t>
            </a:r>
            <a:r>
              <a:rPr lang="en-US" sz="6000" b="1" dirty="0">
                <a:latin typeface="Arial Narrow" panose="020B0604020202020204" pitchFamily="34" charset="0"/>
              </a:rPr>
              <a:t> my </a:t>
            </a:r>
            <a:r>
              <a:rPr lang="en-US" sz="6000" b="1" dirty="0" err="1">
                <a:latin typeface="Arial Narrow" panose="020B0604020202020204" pitchFamily="34" charset="0"/>
              </a:rPr>
              <a:t>hánds</a:t>
            </a:r>
            <a:r>
              <a:rPr lang="en-US" sz="6000" b="1" dirty="0">
                <a:latin typeface="Arial Narrow" panose="020B0604020202020204" pitchFamily="34" charset="0"/>
              </a:rPr>
              <a:t> for </a:t>
            </a:r>
            <a:r>
              <a:rPr lang="en-US" sz="6000" b="1" dirty="0" err="1">
                <a:latin typeface="Arial Narrow" panose="020B0604020202020204" pitchFamily="34" charset="0"/>
              </a:rPr>
              <a:t>wár</a:t>
            </a:r>
            <a:r>
              <a:rPr lang="en-US" sz="6000" b="1" dirty="0">
                <a:latin typeface="Arial Narrow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PSALM 143(144):1-10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3C09D8-3859-EBE6-BEB0-EE14CA8BC275}"/>
              </a:ext>
            </a:extLst>
          </p:cNvPr>
          <p:cNvSpPr txBox="1"/>
          <p:nvPr/>
        </p:nvSpPr>
        <p:spPr>
          <a:xfrm>
            <a:off x="496200" y="283027"/>
            <a:ext cx="1608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i="1" dirty="0">
                <a:solidFill>
                  <a:srgbClr val="FFFF00"/>
                </a:solidFill>
                <a:latin typeface="Century Gothic" panose="020B0502020202020204" pitchFamily="34" charset="0"/>
              </a:rPr>
              <a:t>[6…]</a:t>
            </a:r>
          </a:p>
        </p:txBody>
      </p:sp>
    </p:spTree>
    <p:extLst>
      <p:ext uri="{BB962C8B-B14F-4D97-AF65-F5344CB8AC3E}">
        <p14:creationId xmlns:p14="http://schemas.microsoft.com/office/powerpoint/2010/main" val="15998277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Arial Narrow" panose="020B0604020202020204" pitchFamily="34" charset="0"/>
              </a:rPr>
              <a:t>Hé</a:t>
            </a:r>
            <a:r>
              <a:rPr lang="en-US" sz="6000" b="1" dirty="0">
                <a:latin typeface="Arial Narrow" panose="020B0604020202020204" pitchFamily="34" charset="0"/>
              </a:rPr>
              <a:t> is my </a:t>
            </a:r>
            <a:r>
              <a:rPr lang="en-US" sz="6000" b="1" dirty="0" err="1">
                <a:latin typeface="Arial Narrow" panose="020B0604020202020204" pitchFamily="34" charset="0"/>
              </a:rPr>
              <a:t>lóve</a:t>
            </a:r>
            <a:r>
              <a:rPr lang="en-US" sz="6000" b="1" dirty="0">
                <a:latin typeface="Arial Narrow" panose="020B0604020202020204" pitchFamily="34" charset="0"/>
              </a:rPr>
              <a:t>, my </a:t>
            </a:r>
            <a:r>
              <a:rPr lang="en-US" sz="6000" b="1" dirty="0" err="1">
                <a:latin typeface="Arial Narrow" panose="020B0604020202020204" pitchFamily="34" charset="0"/>
              </a:rPr>
              <a:t>fórtress</a:t>
            </a:r>
            <a:r>
              <a:rPr lang="en-US" sz="6000" b="1" dirty="0">
                <a:latin typeface="Arial Narrow" panose="020B0604020202020204" pitchFamily="34" charset="0"/>
              </a:rPr>
              <a:t>;*</a:t>
            </a:r>
          </a:p>
          <a:p>
            <a:r>
              <a:rPr lang="en-US" sz="6000" b="1" dirty="0" err="1">
                <a:latin typeface="Arial Narrow" panose="020B0604020202020204" pitchFamily="34" charset="0"/>
              </a:rPr>
              <a:t>hé</a:t>
            </a:r>
            <a:r>
              <a:rPr lang="en-US" sz="6000" b="1" dirty="0">
                <a:latin typeface="Arial Narrow" panose="020B0604020202020204" pitchFamily="34" charset="0"/>
              </a:rPr>
              <a:t> is my </a:t>
            </a:r>
            <a:r>
              <a:rPr lang="en-US" sz="6000" b="1" dirty="0" err="1">
                <a:latin typeface="Arial Narrow" panose="020B0604020202020204" pitchFamily="34" charset="0"/>
              </a:rPr>
              <a:t>strónghold</a:t>
            </a:r>
            <a:r>
              <a:rPr lang="en-US" sz="6000" b="1" dirty="0">
                <a:latin typeface="Arial Narrow" panose="020B0604020202020204" pitchFamily="34" charset="0"/>
              </a:rPr>
              <a:t>, my </a:t>
            </a:r>
            <a:r>
              <a:rPr lang="en-US" sz="6000" b="1" dirty="0" err="1">
                <a:latin typeface="Arial Narrow" panose="020B0604020202020204" pitchFamily="34" charset="0"/>
              </a:rPr>
              <a:t>sáviour</a:t>
            </a:r>
            <a:r>
              <a:rPr lang="en-US" sz="6000" b="1" dirty="0">
                <a:latin typeface="Arial Narrow" panose="020B0604020202020204" pitchFamily="34" charset="0"/>
              </a:rPr>
              <a:t>,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my </a:t>
            </a:r>
            <a:r>
              <a:rPr lang="en-US" sz="6000" b="1" dirty="0" err="1">
                <a:latin typeface="Arial Narrow" panose="020B0604020202020204" pitchFamily="34" charset="0"/>
              </a:rPr>
              <a:t>shíeld</a:t>
            </a:r>
            <a:r>
              <a:rPr lang="en-US" sz="6000" b="1" dirty="0">
                <a:latin typeface="Arial Narrow" panose="020B0604020202020204" pitchFamily="34" charset="0"/>
              </a:rPr>
              <a:t>, my </a:t>
            </a:r>
            <a:r>
              <a:rPr lang="en-US" sz="6000" b="1" dirty="0" err="1">
                <a:latin typeface="Arial Narrow" panose="020B0604020202020204" pitchFamily="34" charset="0"/>
              </a:rPr>
              <a:t>pláce</a:t>
            </a:r>
            <a:r>
              <a:rPr lang="en-US" sz="6000" b="1" dirty="0">
                <a:latin typeface="Arial Narrow" panose="020B0604020202020204" pitchFamily="34" charset="0"/>
              </a:rPr>
              <a:t> of réfuge.*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He brings </a:t>
            </a:r>
            <a:r>
              <a:rPr lang="en-US" sz="6000" b="1" dirty="0" err="1">
                <a:latin typeface="Arial Narrow" panose="020B0604020202020204" pitchFamily="34" charset="0"/>
              </a:rPr>
              <a:t>péoples</a:t>
            </a:r>
            <a:r>
              <a:rPr lang="en-US" sz="6000" b="1" dirty="0">
                <a:latin typeface="Arial Narrow" panose="020B0604020202020204" pitchFamily="34" charset="0"/>
              </a:rPr>
              <a:t> </a:t>
            </a:r>
            <a:r>
              <a:rPr lang="en-US" sz="6000" b="1" dirty="0" err="1">
                <a:latin typeface="Arial Narrow" panose="020B0604020202020204" pitchFamily="34" charset="0"/>
              </a:rPr>
              <a:t>únder</a:t>
            </a:r>
            <a:r>
              <a:rPr lang="en-US" sz="6000" b="1" dirty="0">
                <a:latin typeface="Arial Narrow" panose="020B0604020202020204" pitchFamily="34" charset="0"/>
              </a:rPr>
              <a:t> my </a:t>
            </a:r>
            <a:r>
              <a:rPr lang="en-US" sz="6000" b="1" dirty="0" err="1">
                <a:latin typeface="Arial Narrow" panose="020B0604020202020204" pitchFamily="34" charset="0"/>
              </a:rPr>
              <a:t>rúle</a:t>
            </a:r>
            <a:r>
              <a:rPr lang="en-US" sz="6000" b="1" dirty="0">
                <a:latin typeface="Arial Narrow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PSALM 143(144):1-10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58CAD-DEEB-C46F-286B-1956FF6FDBF3}"/>
              </a:ext>
            </a:extLst>
          </p:cNvPr>
          <p:cNvSpPr txBox="1"/>
          <p:nvPr/>
        </p:nvSpPr>
        <p:spPr>
          <a:xfrm>
            <a:off x="496200" y="283027"/>
            <a:ext cx="1608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i="1" dirty="0">
                <a:solidFill>
                  <a:srgbClr val="FFFF00"/>
                </a:solidFill>
                <a:latin typeface="Century Gothic" panose="020B0502020202020204" pitchFamily="34" charset="0"/>
              </a:rPr>
              <a:t>[…6]</a:t>
            </a:r>
          </a:p>
        </p:txBody>
      </p:sp>
    </p:spTree>
    <p:extLst>
      <p:ext uri="{BB962C8B-B14F-4D97-AF65-F5344CB8AC3E}">
        <p14:creationId xmlns:p14="http://schemas.microsoft.com/office/powerpoint/2010/main" val="32825176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solidFill>
                  <a:srgbClr val="FF8AD8"/>
                </a:solidFill>
                <a:latin typeface="Arial Narrow" panose="020B0604020202020204" pitchFamily="34" charset="0"/>
              </a:rPr>
              <a:t>Lórd</a:t>
            </a:r>
            <a:r>
              <a:rPr lang="en-US" sz="6000" b="1" dirty="0">
                <a:latin typeface="Arial Narrow" panose="020B0604020202020204" pitchFamily="34" charset="0"/>
              </a:rPr>
              <a:t>, what is </a:t>
            </a:r>
            <a:r>
              <a:rPr lang="en-US" sz="6000" b="1" dirty="0" err="1">
                <a:latin typeface="Arial Narrow" panose="020B0604020202020204" pitchFamily="34" charset="0"/>
              </a:rPr>
              <a:t>mán</a:t>
            </a:r>
            <a:r>
              <a:rPr lang="en-US" sz="6000" b="1" dirty="0">
                <a:latin typeface="Arial Narrow" panose="020B0604020202020204" pitchFamily="34" charset="0"/>
              </a:rPr>
              <a:t> that you </a:t>
            </a:r>
            <a:r>
              <a:rPr lang="en-US" sz="6000" b="1" dirty="0" err="1">
                <a:latin typeface="Arial Narrow" panose="020B0604020202020204" pitchFamily="34" charset="0"/>
              </a:rPr>
              <a:t>cáre</a:t>
            </a:r>
            <a:r>
              <a:rPr lang="en-US" sz="6000" b="1" dirty="0">
                <a:latin typeface="Arial Narrow" panose="020B0604020202020204" pitchFamily="34" charset="0"/>
              </a:rPr>
              <a:t>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for him,*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mortal </a:t>
            </a:r>
            <a:r>
              <a:rPr lang="en-US" sz="6000" b="1" dirty="0" err="1">
                <a:latin typeface="Arial Narrow" panose="020B0604020202020204" pitchFamily="34" charset="0"/>
              </a:rPr>
              <a:t>mán</a:t>
            </a:r>
            <a:r>
              <a:rPr lang="en-US" sz="6000" b="1" dirty="0">
                <a:latin typeface="Arial Narrow" panose="020B0604020202020204" pitchFamily="34" charset="0"/>
              </a:rPr>
              <a:t>, that you </a:t>
            </a:r>
            <a:r>
              <a:rPr lang="en-US" sz="6000" b="1" dirty="0" err="1">
                <a:latin typeface="Arial Narrow" panose="020B0604020202020204" pitchFamily="34" charset="0"/>
              </a:rPr>
              <a:t>kéep</a:t>
            </a:r>
            <a:r>
              <a:rPr lang="en-US" sz="6000" b="1" dirty="0">
                <a:latin typeface="Arial Narrow" panose="020B0604020202020204" pitchFamily="34" charset="0"/>
              </a:rPr>
              <a:t> him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in </a:t>
            </a:r>
            <a:r>
              <a:rPr lang="en-US" sz="6000" b="1" dirty="0" err="1">
                <a:latin typeface="Arial Narrow" panose="020B0604020202020204" pitchFamily="34" charset="0"/>
              </a:rPr>
              <a:t>mínd</a:t>
            </a:r>
            <a:r>
              <a:rPr lang="en-US" sz="6000" b="1" dirty="0">
                <a:latin typeface="Arial Narrow" panose="020B0604020202020204" pitchFamily="34" charset="0"/>
              </a:rPr>
              <a:t>;</a:t>
            </a:r>
          </a:p>
          <a:p>
            <a:r>
              <a:rPr lang="en-US" sz="6000" b="1" dirty="0" err="1">
                <a:latin typeface="Arial Narrow" panose="020B0604020202020204" pitchFamily="34" charset="0"/>
              </a:rPr>
              <a:t>mán</a:t>
            </a:r>
            <a:r>
              <a:rPr lang="en-US" sz="6000" b="1" dirty="0">
                <a:latin typeface="Arial Narrow" panose="020B0604020202020204" pitchFamily="34" charset="0"/>
              </a:rPr>
              <a:t>, who is </a:t>
            </a:r>
            <a:r>
              <a:rPr lang="en-US" sz="6000" b="1" dirty="0" err="1">
                <a:latin typeface="Arial Narrow" panose="020B0604020202020204" pitchFamily="34" charset="0"/>
              </a:rPr>
              <a:t>mérely</a:t>
            </a:r>
            <a:r>
              <a:rPr lang="en-US" sz="6000" b="1" dirty="0">
                <a:latin typeface="Arial Narrow" panose="020B0604020202020204" pitchFamily="34" charset="0"/>
              </a:rPr>
              <a:t> a </a:t>
            </a:r>
            <a:r>
              <a:rPr lang="en-US" sz="6000" b="1" dirty="0" err="1">
                <a:latin typeface="Arial Narrow" panose="020B0604020202020204" pitchFamily="34" charset="0"/>
              </a:rPr>
              <a:t>bréath</a:t>
            </a:r>
            <a:r>
              <a:rPr lang="en-US" sz="6000" b="1" dirty="0">
                <a:latin typeface="Arial Narrow" panose="020B0604020202020204" pitchFamily="34" charset="0"/>
              </a:rPr>
              <a:t>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whose </a:t>
            </a:r>
            <a:r>
              <a:rPr lang="en-US" sz="6000" b="1" dirty="0" err="1">
                <a:latin typeface="Arial Narrow" panose="020B0604020202020204" pitchFamily="34" charset="0"/>
              </a:rPr>
              <a:t>lífe</a:t>
            </a:r>
            <a:r>
              <a:rPr lang="en-US" sz="6000" b="1" dirty="0">
                <a:latin typeface="Arial Narrow" panose="020B0604020202020204" pitchFamily="34" charset="0"/>
              </a:rPr>
              <a:t> </a:t>
            </a:r>
            <a:r>
              <a:rPr lang="en-US" sz="6000" b="1" dirty="0" err="1">
                <a:latin typeface="Arial Narrow" panose="020B0604020202020204" pitchFamily="34" charset="0"/>
              </a:rPr>
              <a:t>fádes</a:t>
            </a:r>
            <a:r>
              <a:rPr lang="en-US" sz="6000" b="1" dirty="0">
                <a:latin typeface="Arial Narrow" panose="020B0604020202020204" pitchFamily="34" charset="0"/>
              </a:rPr>
              <a:t> like a </a:t>
            </a:r>
            <a:r>
              <a:rPr lang="en-US" sz="6000" b="1" dirty="0" err="1">
                <a:latin typeface="Arial Narrow" panose="020B0604020202020204" pitchFamily="34" charset="0"/>
              </a:rPr>
              <a:t>shádow</a:t>
            </a:r>
            <a:r>
              <a:rPr lang="en-US" sz="6000" b="1" dirty="0">
                <a:latin typeface="Arial Narrow" panose="020B0604020202020204" pitchFamily="34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PSALM 143(144):1-10</a:t>
            </a:r>
          </a:p>
        </p:txBody>
      </p:sp>
    </p:spTree>
    <p:extLst>
      <p:ext uri="{BB962C8B-B14F-4D97-AF65-F5344CB8AC3E}">
        <p14:creationId xmlns:p14="http://schemas.microsoft.com/office/powerpoint/2010/main" val="20282609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solidFill>
                  <a:srgbClr val="73FEFF"/>
                </a:solidFill>
                <a:latin typeface="Arial Narrow" panose="020B0604020202020204" pitchFamily="34" charset="0"/>
              </a:rPr>
              <a:t>Lówer</a:t>
            </a:r>
            <a:r>
              <a:rPr lang="en-US" sz="6000" b="1" dirty="0">
                <a:latin typeface="Arial Narrow" panose="020B0604020202020204" pitchFamily="34" charset="0"/>
              </a:rPr>
              <a:t> your </a:t>
            </a:r>
            <a:r>
              <a:rPr lang="en-US" sz="6000" b="1" dirty="0" err="1">
                <a:latin typeface="Arial Narrow" panose="020B0604020202020204" pitchFamily="34" charset="0"/>
              </a:rPr>
              <a:t>héavens</a:t>
            </a:r>
            <a:r>
              <a:rPr lang="en-US" sz="6000" b="1" dirty="0">
                <a:latin typeface="Arial Narrow" panose="020B0604020202020204" pitchFamily="34" charset="0"/>
              </a:rPr>
              <a:t> and come down;*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touch the </a:t>
            </a:r>
            <a:r>
              <a:rPr lang="en-US" sz="6000" b="1" dirty="0" err="1">
                <a:latin typeface="Arial Narrow" panose="020B0604020202020204" pitchFamily="34" charset="0"/>
              </a:rPr>
              <a:t>móuntains</a:t>
            </a:r>
            <a:r>
              <a:rPr lang="en-US" sz="6000" b="1" dirty="0">
                <a:latin typeface="Arial Narrow" panose="020B0604020202020204" pitchFamily="34" charset="0"/>
              </a:rPr>
              <a:t>;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	</a:t>
            </a:r>
            <a:r>
              <a:rPr lang="en-US" sz="6000" b="1" dirty="0" err="1">
                <a:latin typeface="Arial Narrow" panose="020B0604020202020204" pitchFamily="34" charset="0"/>
              </a:rPr>
              <a:t>wréathe</a:t>
            </a:r>
            <a:r>
              <a:rPr lang="en-US" sz="6000" b="1" dirty="0">
                <a:latin typeface="Arial Narrow" panose="020B0604020202020204" pitchFamily="34" charset="0"/>
              </a:rPr>
              <a:t> them in </a:t>
            </a:r>
            <a:r>
              <a:rPr lang="en-US" sz="6000" b="1" dirty="0" err="1">
                <a:latin typeface="Arial Narrow" panose="020B0604020202020204" pitchFamily="34" charset="0"/>
              </a:rPr>
              <a:t>smóke</a:t>
            </a:r>
            <a:r>
              <a:rPr lang="en-US" sz="6000" b="1" dirty="0">
                <a:latin typeface="Arial Narrow" panose="020B0604020202020204" pitchFamily="34" charset="0"/>
              </a:rPr>
              <a:t>.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Flash your </a:t>
            </a:r>
            <a:r>
              <a:rPr lang="en-US" sz="6000" b="1" dirty="0" err="1">
                <a:latin typeface="Arial Narrow" panose="020B0604020202020204" pitchFamily="34" charset="0"/>
              </a:rPr>
              <a:t>líghtnings</a:t>
            </a:r>
            <a:r>
              <a:rPr lang="en-US" sz="6000" b="1" dirty="0">
                <a:latin typeface="Arial Narrow" panose="020B0604020202020204" pitchFamily="34" charset="0"/>
              </a:rPr>
              <a:t>; </a:t>
            </a:r>
            <a:r>
              <a:rPr lang="en-US" sz="6000" b="1" dirty="0" err="1">
                <a:latin typeface="Arial Narrow" panose="020B0604020202020204" pitchFamily="34" charset="0"/>
              </a:rPr>
              <a:t>róut</a:t>
            </a:r>
            <a:r>
              <a:rPr lang="en-US" sz="6000" b="1" dirty="0">
                <a:latin typeface="Arial Narrow" panose="020B0604020202020204" pitchFamily="34" charset="0"/>
              </a:rPr>
              <a:t> the </a:t>
            </a:r>
            <a:r>
              <a:rPr lang="en-US" sz="6000" b="1" dirty="0" err="1">
                <a:latin typeface="Arial Narrow" panose="020B0604020202020204" pitchFamily="34" charset="0"/>
              </a:rPr>
              <a:t>fóe</a:t>
            </a:r>
            <a:r>
              <a:rPr lang="en-US" sz="6000" b="1" dirty="0">
                <a:latin typeface="Arial Narrow" panose="020B0604020202020204" pitchFamily="34" charset="0"/>
              </a:rPr>
              <a:t>,*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shoot your </a:t>
            </a:r>
            <a:r>
              <a:rPr lang="en-US" sz="6000" b="1" dirty="0" err="1">
                <a:latin typeface="Arial Narrow" panose="020B0604020202020204" pitchFamily="34" charset="0"/>
              </a:rPr>
              <a:t>árrows</a:t>
            </a:r>
            <a:r>
              <a:rPr lang="en-US" sz="6000" b="1" dirty="0">
                <a:latin typeface="Arial Narrow" panose="020B0604020202020204" pitchFamily="34" charset="0"/>
              </a:rPr>
              <a:t>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	and </a:t>
            </a:r>
            <a:r>
              <a:rPr lang="en-US" sz="6000" b="1" dirty="0" err="1">
                <a:latin typeface="Arial Narrow" panose="020B0604020202020204" pitchFamily="34" charset="0"/>
              </a:rPr>
              <a:t>pút</a:t>
            </a:r>
            <a:r>
              <a:rPr lang="en-US" sz="6000" b="1" dirty="0">
                <a:latin typeface="Arial Narrow" panose="020B0604020202020204" pitchFamily="34" charset="0"/>
              </a:rPr>
              <a:t> them to </a:t>
            </a:r>
            <a:r>
              <a:rPr lang="en-US" sz="6000" b="1" dirty="0" err="1">
                <a:latin typeface="Arial Narrow" panose="020B0604020202020204" pitchFamily="34" charset="0"/>
              </a:rPr>
              <a:t>flíght</a:t>
            </a:r>
            <a:r>
              <a:rPr lang="en-US" sz="6000" b="1" dirty="0">
                <a:latin typeface="Arial Narrow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PSALM 143(144):1-10</a:t>
            </a:r>
          </a:p>
        </p:txBody>
      </p:sp>
    </p:spTree>
    <p:extLst>
      <p:ext uri="{BB962C8B-B14F-4D97-AF65-F5344CB8AC3E}">
        <p14:creationId xmlns:p14="http://schemas.microsoft.com/office/powerpoint/2010/main" val="24250505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8AD8"/>
                </a:solidFill>
                <a:latin typeface="Arial Narrow" panose="020B0604020202020204" pitchFamily="34" charset="0"/>
              </a:rPr>
              <a:t>Reach </a:t>
            </a:r>
            <a:r>
              <a:rPr lang="en-US" sz="6000" b="1" dirty="0" err="1">
                <a:solidFill>
                  <a:srgbClr val="FF8AD8"/>
                </a:solidFill>
                <a:latin typeface="Arial Narrow" panose="020B0604020202020204" pitchFamily="34" charset="0"/>
              </a:rPr>
              <a:t>dówn</a:t>
            </a:r>
            <a:r>
              <a:rPr lang="en-US" sz="6000" b="1" dirty="0">
                <a:solidFill>
                  <a:srgbClr val="FF8AD8"/>
                </a:solidFill>
                <a:latin typeface="Arial Narrow" panose="020B0604020202020204" pitchFamily="34" charset="0"/>
              </a:rPr>
              <a:t> </a:t>
            </a:r>
            <a:r>
              <a:rPr lang="en-US" sz="6000" b="1" dirty="0">
                <a:latin typeface="Arial Narrow" panose="020B0604020202020204" pitchFamily="34" charset="0"/>
              </a:rPr>
              <a:t>from heaven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and </a:t>
            </a:r>
            <a:r>
              <a:rPr lang="en-US" sz="6000" b="1" dirty="0" err="1">
                <a:latin typeface="Arial Narrow" panose="020B0604020202020204" pitchFamily="34" charset="0"/>
              </a:rPr>
              <a:t>sáve</a:t>
            </a:r>
            <a:r>
              <a:rPr lang="en-US" sz="6000" b="1" dirty="0">
                <a:latin typeface="Arial Narrow" panose="020B0604020202020204" pitchFamily="34" charset="0"/>
              </a:rPr>
              <a:t> me;†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draw me </a:t>
            </a:r>
            <a:r>
              <a:rPr lang="en-US" sz="6000" b="1" dirty="0" err="1">
                <a:latin typeface="Arial Narrow" panose="020B0604020202020204" pitchFamily="34" charset="0"/>
              </a:rPr>
              <a:t>óut</a:t>
            </a:r>
            <a:r>
              <a:rPr lang="en-US" sz="6000" b="1" dirty="0">
                <a:latin typeface="Arial Narrow" panose="020B0604020202020204" pitchFamily="34" charset="0"/>
              </a:rPr>
              <a:t> from the </a:t>
            </a:r>
            <a:r>
              <a:rPr lang="en-US" sz="6000" b="1" dirty="0" err="1">
                <a:latin typeface="Arial Narrow" panose="020B0604020202020204" pitchFamily="34" charset="0"/>
              </a:rPr>
              <a:t>míghty</a:t>
            </a:r>
            <a:r>
              <a:rPr lang="en-US" sz="6000" b="1" dirty="0">
                <a:latin typeface="Arial Narrow" panose="020B0604020202020204" pitchFamily="34" charset="0"/>
              </a:rPr>
              <a:t> 	</a:t>
            </a:r>
            <a:r>
              <a:rPr lang="en-US" sz="6000" b="1" dirty="0" err="1">
                <a:latin typeface="Arial Narrow" panose="020B0604020202020204" pitchFamily="34" charset="0"/>
              </a:rPr>
              <a:t>wáters</a:t>
            </a:r>
            <a:r>
              <a:rPr lang="en-US" sz="6000" b="1" dirty="0">
                <a:latin typeface="Arial Narrow" panose="020B0604020202020204" pitchFamily="34" charset="0"/>
              </a:rPr>
              <a:t>,*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from the </a:t>
            </a:r>
            <a:r>
              <a:rPr lang="en-US" sz="6000" b="1" dirty="0" err="1">
                <a:latin typeface="Arial Narrow" panose="020B0604020202020204" pitchFamily="34" charset="0"/>
              </a:rPr>
              <a:t>hánds</a:t>
            </a:r>
            <a:r>
              <a:rPr lang="en-US" sz="6000" b="1" dirty="0">
                <a:latin typeface="Arial Narrow" panose="020B0604020202020204" pitchFamily="34" charset="0"/>
              </a:rPr>
              <a:t> of </a:t>
            </a:r>
            <a:r>
              <a:rPr lang="en-US" sz="6000" b="1" dirty="0" err="1">
                <a:latin typeface="Arial Narrow" panose="020B0604020202020204" pitchFamily="34" charset="0"/>
              </a:rPr>
              <a:t>álien</a:t>
            </a:r>
            <a:r>
              <a:rPr lang="en-US" sz="6000" b="1" dirty="0">
                <a:latin typeface="Arial Narrow" panose="020B0604020202020204" pitchFamily="34" charset="0"/>
              </a:rPr>
              <a:t> </a:t>
            </a:r>
            <a:r>
              <a:rPr lang="en-US" sz="6000" b="1" dirty="0" err="1">
                <a:latin typeface="Arial Narrow" panose="020B0604020202020204" pitchFamily="34" charset="0"/>
              </a:rPr>
              <a:t>fóes</a:t>
            </a:r>
            <a:endParaRPr lang="en-US" sz="6000" b="1" dirty="0">
              <a:latin typeface="Arial Narrow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PSALM 143(144):1-10</a:t>
            </a:r>
          </a:p>
        </p:txBody>
      </p:sp>
    </p:spTree>
    <p:extLst>
      <p:ext uri="{BB962C8B-B14F-4D97-AF65-F5344CB8AC3E}">
        <p14:creationId xmlns:p14="http://schemas.microsoft.com/office/powerpoint/2010/main" val="16436551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whose </a:t>
            </a:r>
            <a:r>
              <a:rPr lang="en-US" sz="6000" b="1" dirty="0" err="1">
                <a:latin typeface="Arial Narrow" panose="020B0604020202020204" pitchFamily="34" charset="0"/>
              </a:rPr>
              <a:t>móuths</a:t>
            </a:r>
            <a:r>
              <a:rPr lang="en-US" sz="6000" b="1" dirty="0">
                <a:latin typeface="Arial Narrow" panose="020B0604020202020204" pitchFamily="34" charset="0"/>
              </a:rPr>
              <a:t> are </a:t>
            </a:r>
            <a:r>
              <a:rPr lang="en-US" sz="6000" b="1" dirty="0" err="1">
                <a:latin typeface="Arial Narrow" panose="020B0604020202020204" pitchFamily="34" charset="0"/>
              </a:rPr>
              <a:t>fílled</a:t>
            </a:r>
            <a:r>
              <a:rPr lang="en-US" sz="6000" b="1" dirty="0">
                <a:latin typeface="Arial Narrow" panose="020B0604020202020204" pitchFamily="34" charset="0"/>
              </a:rPr>
              <a:t> with lies,*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whose </a:t>
            </a:r>
            <a:r>
              <a:rPr lang="en-US" sz="6000" b="1" dirty="0" err="1">
                <a:latin typeface="Arial Narrow" panose="020B0604020202020204" pitchFamily="34" charset="0"/>
              </a:rPr>
              <a:t>hánds</a:t>
            </a:r>
            <a:r>
              <a:rPr lang="en-US" sz="6000" b="1" dirty="0">
                <a:latin typeface="Arial Narrow" panose="020B0604020202020204" pitchFamily="34" charset="0"/>
              </a:rPr>
              <a:t> are </a:t>
            </a:r>
            <a:r>
              <a:rPr lang="en-US" sz="6000" b="1" dirty="0" err="1">
                <a:latin typeface="Arial Narrow" panose="020B0604020202020204" pitchFamily="34" charset="0"/>
              </a:rPr>
              <a:t>ráised</a:t>
            </a:r>
            <a:r>
              <a:rPr lang="en-US" sz="6000" b="1" dirty="0">
                <a:latin typeface="Arial Narrow" panose="020B0604020202020204" pitchFamily="34" charset="0"/>
              </a:rPr>
              <a:t> in </a:t>
            </a:r>
            <a:r>
              <a:rPr lang="en-US" sz="6000" b="1" dirty="0" err="1">
                <a:latin typeface="Arial Narrow" panose="020B0604020202020204" pitchFamily="34" charset="0"/>
              </a:rPr>
              <a:t>pérjury</a:t>
            </a:r>
            <a:r>
              <a:rPr lang="en-US" sz="6000" b="1" dirty="0">
                <a:latin typeface="Arial Narrow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PSALM 143(144):1-10</a:t>
            </a:r>
          </a:p>
        </p:txBody>
      </p:sp>
    </p:spTree>
    <p:extLst>
      <p:ext uri="{BB962C8B-B14F-4D97-AF65-F5344CB8AC3E}">
        <p14:creationId xmlns:p14="http://schemas.microsoft.com/office/powerpoint/2010/main" val="16206890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73FEFF"/>
                </a:solidFill>
                <a:latin typeface="Arial Narrow" panose="020B0604020202020204" pitchFamily="34" charset="0"/>
              </a:rPr>
              <a:t>To you</a:t>
            </a:r>
            <a:r>
              <a:rPr lang="en-US" sz="6000" b="1" dirty="0">
                <a:latin typeface="Arial Narrow" panose="020B0604020202020204" pitchFamily="34" charset="0"/>
              </a:rPr>
              <a:t>, O </a:t>
            </a:r>
            <a:r>
              <a:rPr lang="en-US" sz="6000" b="1" dirty="0" err="1">
                <a:latin typeface="Arial Narrow" panose="020B0604020202020204" pitchFamily="34" charset="0"/>
              </a:rPr>
              <a:t>Gód</a:t>
            </a:r>
            <a:r>
              <a:rPr lang="en-US" sz="6000" b="1" dirty="0">
                <a:latin typeface="Arial Narrow" panose="020B0604020202020204" pitchFamily="34" charset="0"/>
              </a:rPr>
              <a:t>, will I </a:t>
            </a:r>
            <a:r>
              <a:rPr lang="en-US" sz="6000" b="1" dirty="0" err="1">
                <a:latin typeface="Arial Narrow" panose="020B0604020202020204" pitchFamily="34" charset="0"/>
              </a:rPr>
              <a:t>síng</a:t>
            </a:r>
            <a:r>
              <a:rPr lang="en-US" sz="6000" b="1" dirty="0">
                <a:latin typeface="Arial Narrow" panose="020B0604020202020204" pitchFamily="34" charset="0"/>
              </a:rPr>
              <a:t> a new </a:t>
            </a:r>
            <a:r>
              <a:rPr lang="en-US" sz="6000" b="1" dirty="0" err="1">
                <a:latin typeface="Arial Narrow" panose="020B0604020202020204" pitchFamily="34" charset="0"/>
              </a:rPr>
              <a:t>sóng</a:t>
            </a:r>
            <a:r>
              <a:rPr lang="en-US" sz="6000" b="1" dirty="0">
                <a:latin typeface="Arial Narrow" panose="020B0604020202020204" pitchFamily="34" charset="0"/>
              </a:rPr>
              <a:t>;*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I will </a:t>
            </a:r>
            <a:r>
              <a:rPr lang="en-US" sz="6000" b="1" dirty="0" err="1">
                <a:latin typeface="Arial Narrow" panose="020B0604020202020204" pitchFamily="34" charset="0"/>
              </a:rPr>
              <a:t>pláy</a:t>
            </a:r>
            <a:r>
              <a:rPr lang="en-US" sz="6000" b="1" dirty="0">
                <a:latin typeface="Arial Narrow" panose="020B0604020202020204" pitchFamily="34" charset="0"/>
              </a:rPr>
              <a:t> on the </a:t>
            </a:r>
            <a:r>
              <a:rPr lang="en-US" sz="6000" b="1" dirty="0" err="1">
                <a:latin typeface="Arial Narrow" panose="020B0604020202020204" pitchFamily="34" charset="0"/>
              </a:rPr>
              <a:t>tén</a:t>
            </a:r>
            <a:r>
              <a:rPr lang="en-US" sz="6000" b="1" dirty="0">
                <a:latin typeface="Arial Narrow" panose="020B0604020202020204" pitchFamily="34" charset="0"/>
              </a:rPr>
              <a:t>-stringed </a:t>
            </a:r>
            <a:r>
              <a:rPr lang="en-US" sz="6000" b="1" dirty="0" err="1">
                <a:latin typeface="Arial Narrow" panose="020B0604020202020204" pitchFamily="34" charset="0"/>
              </a:rPr>
              <a:t>hárp</a:t>
            </a:r>
            <a:endParaRPr lang="en-US" sz="6000" b="1" dirty="0">
              <a:latin typeface="Arial Narrow" panose="020B0604020202020204" pitchFamily="34" charset="0"/>
            </a:endParaRPr>
          </a:p>
          <a:p>
            <a:r>
              <a:rPr lang="en-US" sz="6000" b="1" dirty="0">
                <a:latin typeface="Arial Narrow" panose="020B0604020202020204" pitchFamily="34" charset="0"/>
              </a:rPr>
              <a:t>to </a:t>
            </a:r>
            <a:r>
              <a:rPr lang="en-US" sz="6000" b="1" dirty="0" err="1">
                <a:latin typeface="Arial Narrow" panose="020B0604020202020204" pitchFamily="34" charset="0"/>
              </a:rPr>
              <a:t>yóu</a:t>
            </a:r>
            <a:r>
              <a:rPr lang="en-US" sz="6000" b="1" dirty="0">
                <a:latin typeface="Arial Narrow" panose="020B0604020202020204" pitchFamily="34" charset="0"/>
              </a:rPr>
              <a:t> who give </a:t>
            </a:r>
            <a:r>
              <a:rPr lang="en-US" sz="6000" b="1" dirty="0" err="1">
                <a:latin typeface="Arial Narrow" panose="020B0604020202020204" pitchFamily="34" charset="0"/>
              </a:rPr>
              <a:t>kíngs</a:t>
            </a:r>
            <a:r>
              <a:rPr lang="en-US" sz="6000" b="1" dirty="0">
                <a:latin typeface="Arial Narrow" panose="020B0604020202020204" pitchFamily="34" charset="0"/>
              </a:rPr>
              <a:t> their </a:t>
            </a:r>
            <a:r>
              <a:rPr lang="en-US" sz="6000" b="1" dirty="0" err="1">
                <a:latin typeface="Arial Narrow" panose="020B0604020202020204" pitchFamily="34" charset="0"/>
              </a:rPr>
              <a:t>víctory</a:t>
            </a:r>
            <a:r>
              <a:rPr lang="en-US" sz="6000" b="1" dirty="0">
                <a:latin typeface="Arial Narrow" panose="020B0604020202020204" pitchFamily="34" charset="0"/>
              </a:rPr>
              <a:t>,*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who set </a:t>
            </a:r>
            <a:r>
              <a:rPr lang="en-US" sz="6000" b="1" dirty="0" err="1">
                <a:latin typeface="Arial Narrow" panose="020B0604020202020204" pitchFamily="34" charset="0"/>
              </a:rPr>
              <a:t>Dávid</a:t>
            </a:r>
            <a:r>
              <a:rPr lang="en-US" sz="6000" b="1" dirty="0">
                <a:latin typeface="Arial Narrow" panose="020B0604020202020204" pitchFamily="34" charset="0"/>
              </a:rPr>
              <a:t> your </a:t>
            </a:r>
            <a:r>
              <a:rPr lang="en-US" sz="6000" b="1" dirty="0" err="1">
                <a:latin typeface="Arial Narrow" panose="020B0604020202020204" pitchFamily="34" charset="0"/>
              </a:rPr>
              <a:t>sérvant</a:t>
            </a:r>
            <a:r>
              <a:rPr lang="en-US" sz="6000" b="1" dirty="0">
                <a:latin typeface="Arial Narrow" panose="020B0604020202020204" pitchFamily="34" charset="0"/>
              </a:rPr>
              <a:t> </a:t>
            </a:r>
            <a:r>
              <a:rPr lang="en-US" sz="6000" b="1" dirty="0" err="1">
                <a:latin typeface="Arial Narrow" panose="020B0604020202020204" pitchFamily="34" charset="0"/>
              </a:rPr>
              <a:t>frée</a:t>
            </a:r>
            <a:r>
              <a:rPr lang="en-US" sz="6000" b="1" dirty="0">
                <a:latin typeface="Arial Narrow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PSALM 143(144):1-10</a:t>
            </a:r>
          </a:p>
        </p:txBody>
      </p:sp>
    </p:spTree>
    <p:extLst>
      <p:ext uri="{BB962C8B-B14F-4D97-AF65-F5344CB8AC3E}">
        <p14:creationId xmlns:p14="http://schemas.microsoft.com/office/powerpoint/2010/main" val="1519842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dirty="0">
                <a:solidFill>
                  <a:srgbClr val="FF8AD8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Glory be </a:t>
            </a:r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8C9AB9-29D6-8D4F-9DFC-B23F97CA8E5D}"/>
              </a:ext>
            </a:extLst>
          </p:cNvPr>
          <p:cNvSpPr txBox="1"/>
          <p:nvPr/>
        </p:nvSpPr>
        <p:spPr>
          <a:xfrm>
            <a:off x="4495800" y="1883466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Antiphon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993D31-A84F-A54C-A65B-CCD9595F05C0}"/>
              </a:ext>
            </a:extLst>
          </p:cNvPr>
          <p:cNvSpPr txBox="1"/>
          <p:nvPr/>
        </p:nvSpPr>
        <p:spPr>
          <a:xfrm>
            <a:off x="246000" y="2468241"/>
            <a:ext cx="117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I will sing a new song to you, O God.</a:t>
            </a:r>
            <a:endParaRPr lang="en-AU" sz="6000" b="1" dirty="0">
              <a:latin typeface="Arial Narrow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0995CC-B380-6440-A73A-56E52A06A156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PSALM 143(144):1-10</a:t>
            </a:r>
          </a:p>
        </p:txBody>
      </p:sp>
    </p:spTree>
    <p:extLst>
      <p:ext uri="{BB962C8B-B14F-4D97-AF65-F5344CB8AC3E}">
        <p14:creationId xmlns:p14="http://schemas.microsoft.com/office/powerpoint/2010/main" val="9297888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60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r>
              <a:rPr lang="en-AU" sz="6000" b="1" i="1" dirty="0">
                <a:latin typeface="Arial Narrow" panose="020B0604020202020204" pitchFamily="34" charset="0"/>
                <a:cs typeface="Arial Narrow" panose="020B0604020202020204" pitchFamily="34" charset="0"/>
              </a:rPr>
              <a:t>Scripture Reading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Is 55:1</a:t>
            </a:r>
          </a:p>
        </p:txBody>
      </p:sp>
    </p:spTree>
    <p:extLst>
      <p:ext uri="{BB962C8B-B14F-4D97-AF65-F5344CB8AC3E}">
        <p14:creationId xmlns:p14="http://schemas.microsoft.com/office/powerpoint/2010/main" val="10638234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Hear my cry, Lord,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	for I hope in your word.</a:t>
            </a:r>
            <a:endParaRPr lang="en-AU" sz="6000" b="1" dirty="0">
              <a:latin typeface="Arial Narrow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Short Responsory</a:t>
            </a:r>
          </a:p>
        </p:txBody>
      </p:sp>
    </p:spTree>
    <p:extLst>
      <p:ext uri="{BB962C8B-B14F-4D97-AF65-F5344CB8AC3E}">
        <p14:creationId xmlns:p14="http://schemas.microsoft.com/office/powerpoint/2010/main" val="30418809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Lord, save us from the hands </a:t>
            </a:r>
          </a:p>
          <a:p>
            <a:r>
              <a:rPr lang="en-US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	of all who hate us.</a:t>
            </a:r>
            <a:endParaRPr lang="en-AU" sz="60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Benedictus Antiphon</a:t>
            </a:r>
          </a:p>
        </p:txBody>
      </p:sp>
    </p:spTree>
    <p:extLst>
      <p:ext uri="{BB962C8B-B14F-4D97-AF65-F5344CB8AC3E}">
        <p14:creationId xmlns:p14="http://schemas.microsoft.com/office/powerpoint/2010/main" val="8687542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Blessed </a:t>
            </a:r>
            <a:r>
              <a:rPr lang="en-AU" sz="6000" b="1" dirty="0">
                <a:solidFill>
                  <a:srgbClr val="FFFF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+</a:t>
            </a:r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 be the Lord, the God of 	Israel!*</a:t>
            </a: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He has visited his people and 	redeemed them.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Benedictus</a:t>
            </a:r>
          </a:p>
        </p:txBody>
      </p:sp>
    </p:spTree>
    <p:extLst>
      <p:ext uri="{BB962C8B-B14F-4D97-AF65-F5344CB8AC3E}">
        <p14:creationId xmlns:p14="http://schemas.microsoft.com/office/powerpoint/2010/main" val="36549918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He has raised up for us a mighty 	saviour*</a:t>
            </a: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in the house of David his servant,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Benedictus</a:t>
            </a:r>
          </a:p>
        </p:txBody>
      </p:sp>
    </p:spTree>
    <p:extLst>
      <p:ext uri="{BB962C8B-B14F-4D97-AF65-F5344CB8AC3E}">
        <p14:creationId xmlns:p14="http://schemas.microsoft.com/office/powerpoint/2010/main" val="10990137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as he promised by the lips of holy 	men,*</a:t>
            </a: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those who were his prophets from of 	old.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Benedictus</a:t>
            </a:r>
          </a:p>
        </p:txBody>
      </p:sp>
    </p:spTree>
    <p:extLst>
      <p:ext uri="{BB962C8B-B14F-4D97-AF65-F5344CB8AC3E}">
        <p14:creationId xmlns:p14="http://schemas.microsoft.com/office/powerpoint/2010/main" val="26732182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 saviour who would free us from our 	foes,*</a:t>
            </a: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from the hands of all who hate us.</a:t>
            </a: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So his love for our fathers is fulfilled*</a:t>
            </a: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and his holy covenant remembered.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Benedictus</a:t>
            </a:r>
          </a:p>
        </p:txBody>
      </p:sp>
    </p:spTree>
    <p:extLst>
      <p:ext uri="{BB962C8B-B14F-4D97-AF65-F5344CB8AC3E}">
        <p14:creationId xmlns:p14="http://schemas.microsoft.com/office/powerpoint/2010/main" val="12062826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He swore to Abraham our father to 	grant us,*</a:t>
            </a: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that free from fear, and saved from the 	hands of our foes,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Benedictus</a:t>
            </a:r>
          </a:p>
        </p:txBody>
      </p:sp>
    </p:spTree>
    <p:extLst>
      <p:ext uri="{BB962C8B-B14F-4D97-AF65-F5344CB8AC3E}">
        <p14:creationId xmlns:p14="http://schemas.microsoft.com/office/powerpoint/2010/main" val="31212751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we might serve him in holiness and 	justice*</a:t>
            </a: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all the days of our life in his presence.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Benedictus</a:t>
            </a:r>
          </a:p>
        </p:txBody>
      </p:sp>
    </p:spTree>
    <p:extLst>
      <p:ext uri="{BB962C8B-B14F-4D97-AF65-F5344CB8AC3E}">
        <p14:creationId xmlns:p14="http://schemas.microsoft.com/office/powerpoint/2010/main" val="19201654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As for you, little child,*</a:t>
            </a: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you shall be called a prophet of God,</a:t>
            </a: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	the Most High.</a:t>
            </a: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You shall go ahead of the Lord*</a:t>
            </a: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to prepare his ways before him,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Benedictus</a:t>
            </a:r>
          </a:p>
        </p:txBody>
      </p:sp>
    </p:spTree>
    <p:extLst>
      <p:ext uri="{BB962C8B-B14F-4D97-AF65-F5344CB8AC3E}">
        <p14:creationId xmlns:p14="http://schemas.microsoft.com/office/powerpoint/2010/main" val="39325908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to make known to his people their 	salvation*</a:t>
            </a: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through forgiveness of all their sins,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Benedictus</a:t>
            </a:r>
          </a:p>
        </p:txBody>
      </p:sp>
    </p:spTree>
    <p:extLst>
      <p:ext uri="{BB962C8B-B14F-4D97-AF65-F5344CB8AC3E}">
        <p14:creationId xmlns:p14="http://schemas.microsoft.com/office/powerpoint/2010/main" val="32779694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the loving-kindness of the heart of our 	God*</a:t>
            </a: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who visits us like the dawn from on 	high.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Benedictus</a:t>
            </a:r>
          </a:p>
        </p:txBody>
      </p:sp>
    </p:spTree>
    <p:extLst>
      <p:ext uri="{BB962C8B-B14F-4D97-AF65-F5344CB8AC3E}">
        <p14:creationId xmlns:p14="http://schemas.microsoft.com/office/powerpoint/2010/main" val="4955273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946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He will give light to those in darkness,</a:t>
            </a:r>
            <a:r>
              <a:rPr lang="en-AU" sz="6000" b="1" dirty="0">
                <a:latin typeface="Arial Narrow" panose="020B0604020202020204" pitchFamily="34" charset="0"/>
              </a:rPr>
              <a:t>†</a:t>
            </a:r>
            <a:endParaRPr lang="en-AU" sz="60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	those who dwell in the shadow of 	death,*</a:t>
            </a: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and guide us into the way of peace.</a:t>
            </a:r>
          </a:p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Glory be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Benedictus</a:t>
            </a:r>
          </a:p>
        </p:txBody>
      </p:sp>
    </p:spTree>
    <p:extLst>
      <p:ext uri="{BB962C8B-B14F-4D97-AF65-F5344CB8AC3E}">
        <p14:creationId xmlns:p14="http://schemas.microsoft.com/office/powerpoint/2010/main" val="20314836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Narrow" panose="020B0604020202020204" pitchFamily="34" charset="0"/>
              </a:rPr>
              <a:t>Lord, save us from the hands </a:t>
            </a:r>
          </a:p>
          <a:p>
            <a:r>
              <a:rPr lang="en-US" sz="6000" b="1" dirty="0">
                <a:latin typeface="Arial Narrow" panose="020B0604020202020204" pitchFamily="34" charset="0"/>
              </a:rPr>
              <a:t>	of all who hate us.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Benedictus Antiphon</a:t>
            </a:r>
          </a:p>
        </p:txBody>
      </p:sp>
    </p:spTree>
    <p:extLst>
      <p:ext uri="{BB962C8B-B14F-4D97-AF65-F5344CB8AC3E}">
        <p14:creationId xmlns:p14="http://schemas.microsoft.com/office/powerpoint/2010/main" val="37425713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Intercessions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2D13E-700C-980D-BAD9-28BE47D6D52C}"/>
              </a:ext>
            </a:extLst>
          </p:cNvPr>
          <p:cNvSpPr txBox="1"/>
          <p:nvPr/>
        </p:nvSpPr>
        <p:spPr>
          <a:xfrm>
            <a:off x="246000" y="867803"/>
            <a:ext cx="11700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400" b="1" i="1" dirty="0">
                <a:solidFill>
                  <a:srgbClr val="FFFF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Response:</a:t>
            </a:r>
            <a:endParaRPr lang="en-AU" sz="60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r>
              <a:rPr lang="en-US" sz="6000" b="1" dirty="0">
                <a:latin typeface="Arial Narrow" panose="020B0604020202020204" pitchFamily="34" charset="0"/>
              </a:rPr>
              <a:t>Stay with us, Lord, on our journey.</a:t>
            </a:r>
            <a:endParaRPr lang="en-AU" sz="6000" b="1" dirty="0">
              <a:latin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5878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0D223-8223-984C-A058-14295FD3E09E}"/>
              </a:ext>
            </a:extLst>
          </p:cNvPr>
          <p:cNvSpPr txBox="1"/>
          <p:nvPr/>
        </p:nvSpPr>
        <p:spPr>
          <a:xfrm>
            <a:off x="246000" y="867803"/>
            <a:ext cx="117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Our Father…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8"/>
            <a:ext cx="72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The Lord’s Prayer</a:t>
            </a:r>
          </a:p>
        </p:txBody>
      </p:sp>
    </p:spTree>
    <p:extLst>
      <p:ext uri="{BB962C8B-B14F-4D97-AF65-F5344CB8AC3E}">
        <p14:creationId xmlns:p14="http://schemas.microsoft.com/office/powerpoint/2010/main" val="12502395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D8E49A-813E-8D4A-98D1-BFB523A3CF9F}"/>
              </a:ext>
            </a:extLst>
          </p:cNvPr>
          <p:cNvSpPr txBox="1"/>
          <p:nvPr/>
        </p:nvSpPr>
        <p:spPr>
          <a:xfrm>
            <a:off x="4495800" y="283027"/>
            <a:ext cx="7200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Concluding Prayer</a:t>
            </a:r>
          </a:p>
          <a:p>
            <a:pPr algn="r"/>
            <a:r>
              <a:rPr lang="en-AU" sz="3200" dirty="0">
                <a:solidFill>
                  <a:srgbClr val="FFFF00"/>
                </a:solidFill>
                <a:latin typeface="Century Gothic" panose="020B0502020202020204" pitchFamily="34" charset="0"/>
              </a:rPr>
              <a:t>Blessings, Invocation and Dismissal</a:t>
            </a:r>
          </a:p>
        </p:txBody>
      </p:sp>
    </p:spTree>
    <p:extLst>
      <p:ext uri="{BB962C8B-B14F-4D97-AF65-F5344CB8AC3E}">
        <p14:creationId xmlns:p14="http://schemas.microsoft.com/office/powerpoint/2010/main" val="20208327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1" name="Arc 110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3961B7-3346-4FDB-37AF-8B1796F520EC}"/>
              </a:ext>
            </a:extLst>
          </p:cNvPr>
          <p:cNvSpPr txBox="1"/>
          <p:nvPr/>
        </p:nvSpPr>
        <p:spPr>
          <a:xfrm>
            <a:off x="1012644" y="841664"/>
            <a:ext cx="9929831" cy="515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kern="1200" dirty="0">
                <a:solidFill>
                  <a:srgbClr val="002060"/>
                </a:solidFill>
                <a:latin typeface="Gabriola" pitchFamily="82" charset="0"/>
                <a:ea typeface="+mj-ea"/>
                <a:cs typeface="+mj-cs"/>
              </a:rPr>
              <a:t>Morning Prayer of the Church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 dirty="0">
                <a:solidFill>
                  <a:srgbClr val="002060"/>
                </a:solidFill>
                <a:latin typeface="Gabriola" pitchFamily="82" charset="0"/>
                <a:ea typeface="+mj-ea"/>
                <a:cs typeface="+mj-cs"/>
              </a:rPr>
              <a:t>(the Divine Office)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b="1" kern="1200" dirty="0">
              <a:solidFill>
                <a:srgbClr val="002060"/>
              </a:solidFill>
              <a:latin typeface="Gabriola" pitchFamily="82" charset="0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rgbClr val="002060"/>
                </a:solidFill>
                <a:latin typeface="Gabriola" pitchFamily="82" charset="0"/>
                <a:ea typeface="+mj-ea"/>
                <a:cs typeface="+mj-cs"/>
              </a:rPr>
              <a:t>Week 16 – </a:t>
            </a:r>
            <a:r>
              <a:rPr lang="en-US" sz="5400" b="1" dirty="0">
                <a:solidFill>
                  <a:srgbClr val="002060"/>
                </a:solidFill>
                <a:latin typeface="Gabriola" pitchFamily="82" charset="0"/>
                <a:ea typeface="+mj-ea"/>
                <a:cs typeface="+mj-cs"/>
              </a:rPr>
              <a:t>Tues</a:t>
            </a:r>
            <a:r>
              <a:rPr lang="en-US" sz="5400" b="1" kern="1200" dirty="0">
                <a:solidFill>
                  <a:srgbClr val="002060"/>
                </a:solidFill>
                <a:latin typeface="Gabriola" pitchFamily="82" charset="0"/>
                <a:ea typeface="+mj-ea"/>
                <a:cs typeface="+mj-cs"/>
              </a:rPr>
              <a:t>day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rgbClr val="002060"/>
                </a:solidFill>
                <a:latin typeface="Gabriola" pitchFamily="82" charset="0"/>
                <a:ea typeface="+mj-ea"/>
                <a:cs typeface="+mj-cs"/>
              </a:rPr>
              <a:t>Ordinary Time</a:t>
            </a:r>
          </a:p>
        </p:txBody>
      </p:sp>
    </p:spTree>
    <p:extLst>
      <p:ext uri="{BB962C8B-B14F-4D97-AF65-F5344CB8AC3E}">
        <p14:creationId xmlns:p14="http://schemas.microsoft.com/office/powerpoint/2010/main" val="236689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</TotalTime>
  <Words>1477</Words>
  <Application>Microsoft Office PowerPoint</Application>
  <PresentationFormat>Widescreen</PresentationFormat>
  <Paragraphs>260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69" baseType="lpstr">
      <vt:lpstr>Arial</vt:lpstr>
      <vt:lpstr>Arial Narrow</vt:lpstr>
      <vt:lpstr>Calibri</vt:lpstr>
      <vt:lpstr>Calibri Light</vt:lpstr>
      <vt:lpstr>Century Gothic</vt:lpstr>
      <vt:lpstr>Gabriola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Ho</dc:creator>
  <cp:lastModifiedBy>Mark Edward Jr</cp:lastModifiedBy>
  <cp:revision>88</cp:revision>
  <cp:lastPrinted>2022-06-19T08:05:32Z</cp:lastPrinted>
  <dcterms:created xsi:type="dcterms:W3CDTF">2022-01-07T03:25:40Z</dcterms:created>
  <dcterms:modified xsi:type="dcterms:W3CDTF">2025-07-20T11:58:57Z</dcterms:modified>
</cp:coreProperties>
</file>